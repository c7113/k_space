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0" r:id="rId3"/>
    <p:sldId id="271" r:id="rId4"/>
    <p:sldId id="401" r:id="rId6"/>
    <p:sldId id="397" r:id="rId7"/>
    <p:sldId id="493" r:id="rId8"/>
    <p:sldId id="539" r:id="rId9"/>
    <p:sldId id="494" r:id="rId10"/>
    <p:sldId id="495" r:id="rId11"/>
    <p:sldId id="496" r:id="rId12"/>
    <p:sldId id="540" r:id="rId13"/>
    <p:sldId id="532" r:id="rId14"/>
    <p:sldId id="541" r:id="rId15"/>
    <p:sldId id="529" r:id="rId16"/>
    <p:sldId id="498" r:id="rId17"/>
    <p:sldId id="474" r:id="rId18"/>
    <p:sldId id="405" r:id="rId19"/>
    <p:sldId id="272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B92022"/>
    <a:srgbClr val="268D3A"/>
    <a:srgbClr val="E86713"/>
    <a:srgbClr val="FBEFC1"/>
    <a:srgbClr val="FFD687"/>
    <a:srgbClr val="F1C51E"/>
    <a:srgbClr val="1163AF"/>
    <a:srgbClr val="DE9596"/>
    <a:srgbClr val="653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44" y="108"/>
      </p:cViewPr>
      <p:guideLst>
        <p:guide orient="horz" pos="2276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043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E259BE-FD81-44F8-8AD8-696122467FE8}" type="doc">
      <dgm:prSet loTypeId="list" loCatId="list" qsTypeId="urn:microsoft.com/office/officeart/2005/8/quickstyle/simple1" qsCatId="simple" csTypeId="urn:microsoft.com/office/officeart/2005/8/colors/colorful5" csCatId="accent1" phldr="1"/>
      <dgm:spPr/>
      <dgm:t>
        <a:bodyPr/>
        <a:p>
          <a:endParaRPr lang="zh-CN" altLang="en-US"/>
        </a:p>
      </dgm:t>
    </dgm:pt>
    <dgm:pt modelId="{D49F27BA-C7D4-47F5-A566-6558CB160CC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初赛</a:t>
          </a:r>
          <a:r>
            <a:rPr lang="zh-CN" altLang="en-US"/>
            <a:t/>
          </a:r>
          <a:endParaRPr lang="zh-CN" altLang="en-US"/>
        </a:p>
      </dgm:t>
    </dgm:pt>
    <dgm:pt modelId="{DFF52EEB-FE15-4438-9ABF-8177F955BE98}" cxnId="{E1022E85-8D0E-40EF-B235-2BC5550FF700}" type="parTrans">
      <dgm:prSet/>
      <dgm:spPr/>
      <dgm:t>
        <a:bodyPr/>
        <a:p>
          <a:endParaRPr lang="zh-CN" altLang="en-US"/>
        </a:p>
      </dgm:t>
    </dgm:pt>
    <dgm:pt modelId="{6C7F23EE-527F-445D-A03B-C095553F5BFB}" cxnId="{E1022E85-8D0E-40EF-B235-2BC5550FF700}" type="sibTrans">
      <dgm:prSet/>
      <dgm:spPr/>
      <dgm:t>
        <a:bodyPr/>
        <a:p>
          <a:endParaRPr lang="zh-CN" altLang="en-US"/>
        </a:p>
      </dgm:t>
    </dgm:pt>
    <dgm:pt modelId="{1A95FDA0-3844-435D-9E9C-86ADA9E455A3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笔试</a:t>
          </a:r>
          <a:r>
            <a:rPr lang="zh-CN" altLang="en-US"/>
            <a:t>（</a:t>
          </a:r>
          <a:r>
            <a:rPr lang="zh-CN" altLang="en-US"/>
            <a:t>选择题</a:t>
          </a:r>
          <a:r>
            <a:rPr lang="en-US" altLang="zh-CN"/>
            <a:t> + </a:t>
          </a:r>
          <a:r>
            <a:rPr lang="zh-CN" altLang="en-US"/>
            <a:t>阅读程序</a:t>
          </a:r>
          <a:r>
            <a:rPr lang="en-US" altLang="zh-CN"/>
            <a:t> + </a:t>
          </a:r>
          <a:r>
            <a:rPr lang="zh-CN" altLang="en-US"/>
            <a:t>完善程序</a:t>
          </a:r>
          <a:r>
            <a:rPr lang="zh-CN" altLang="en-US"/>
            <a:t>）</a:t>
          </a:r>
          <a:r>
            <a:rPr lang="zh-CN" altLang="en-US"/>
            <a:t/>
          </a:r>
          <a:endParaRPr lang="zh-CN" altLang="en-US"/>
        </a:p>
      </dgm:t>
    </dgm:pt>
    <dgm:pt modelId="{087CCA06-0DDB-4D11-83D1-BCE3FCB04E7F}" cxnId="{5475686F-0DC1-48BC-AEB1-C20E8891685D}" type="parTrans">
      <dgm:prSet/>
      <dgm:spPr/>
      <dgm:t>
        <a:bodyPr/>
        <a:p>
          <a:endParaRPr lang="zh-CN" altLang="en-US"/>
        </a:p>
      </dgm:t>
    </dgm:pt>
    <dgm:pt modelId="{8D56E4F9-6742-478E-A47A-C0FA477F77A1}" cxnId="{5475686F-0DC1-48BC-AEB1-C20E8891685D}" type="sibTrans">
      <dgm:prSet/>
      <dgm:spPr/>
      <dgm:t>
        <a:bodyPr/>
        <a:p>
          <a:endParaRPr lang="zh-CN" altLang="en-US"/>
        </a:p>
      </dgm:t>
    </dgm:pt>
    <dgm:pt modelId="{9EA2BCD1-0D78-4E94-A73B-32D726AF7A4B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考察计算机基础知识</a:t>
          </a:r>
          <a:r>
            <a:rPr lang="zh-CN" altLang="en-US"/>
            <a:t>、</a:t>
          </a:r>
          <a:r>
            <a:rPr lang="zh-CN" altLang="en-US"/>
            <a:t>数学逻辑</a:t>
          </a:r>
          <a:r>
            <a:rPr lang="zh-CN" altLang="en-US"/>
            <a:t>、</a:t>
          </a:r>
          <a:r>
            <a:rPr lang="zh-CN" altLang="en-US"/>
            <a:t>代码阅读能力</a:t>
          </a:r>
          <a:r>
            <a:rPr lang="zh-CN" altLang="en-US"/>
            <a:t/>
          </a:r>
          <a:endParaRPr lang="zh-CN" altLang="en-US"/>
        </a:p>
      </dgm:t>
    </dgm:pt>
    <dgm:pt modelId="{953B678C-BBCF-4B85-A6D8-4576A3CAAE8A}" cxnId="{7416BC8B-84E3-4521-9C0E-CF7269511B79}" type="parTrans">
      <dgm:prSet/>
      <dgm:spPr/>
      <dgm:t>
        <a:bodyPr/>
        <a:p>
          <a:endParaRPr lang="zh-CN" altLang="en-US"/>
        </a:p>
      </dgm:t>
    </dgm:pt>
    <dgm:pt modelId="{987F1CEA-C3B3-4FDA-9632-03C9D800C3D3}" cxnId="{7416BC8B-84E3-4521-9C0E-CF7269511B79}" type="sibTrans">
      <dgm:prSet/>
      <dgm:spPr/>
      <dgm:t>
        <a:bodyPr/>
        <a:p>
          <a:endParaRPr lang="zh-CN" altLang="en-US"/>
        </a:p>
      </dgm:t>
    </dgm:pt>
    <dgm:pt modelId="{59298C42-6D20-46E7-8114-F66464C14275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通常各省不同</a:t>
          </a:r>
          <a:r>
            <a:rPr lang="zh-CN" altLang="en-US"/>
            <a:t>，</a:t>
          </a:r>
          <a:r>
            <a:rPr lang="zh-CN" altLang="en-US"/>
            <a:t>约</a:t>
          </a:r>
          <a:r>
            <a:rPr lang="en-US" altLang="zh-CN"/>
            <a:t> 50-60 </a:t>
          </a:r>
          <a:r>
            <a:rPr lang="zh-CN" altLang="en-US"/>
            <a:t>分</a:t>
          </a:r>
          <a:r>
            <a:rPr lang="zh-CN" altLang="en-US"/>
            <a:t>（</a:t>
          </a:r>
          <a:r>
            <a:rPr lang="zh-CN" altLang="en-US"/>
            <a:t>满分</a:t>
          </a:r>
          <a:r>
            <a:rPr lang="en-US" altLang="zh-CN"/>
            <a:t> 100</a:t>
          </a:r>
          <a:r>
            <a:rPr lang="zh-CN" altLang="en-US"/>
            <a:t>），</a:t>
          </a:r>
          <a:r>
            <a:rPr lang="zh-CN" altLang="en-US"/>
            <a:t>过了才能进复赛</a:t>
          </a:r>
          <a:r>
            <a:rPr altLang="en-US"/>
            <a:t/>
          </a:r>
          <a:endParaRPr altLang="en-US"/>
        </a:p>
      </dgm:t>
    </dgm:pt>
    <dgm:pt modelId="{CC03E983-3645-4585-88D8-7B510C474B8C}" cxnId="{40179887-2B31-4A79-B5A8-BABD94BFF06D}" type="parTrans">
      <dgm:prSet/>
      <dgm:spPr/>
    </dgm:pt>
    <dgm:pt modelId="{837F756D-62B5-4A29-B470-19F6CD3530C3}" cxnId="{40179887-2B31-4A79-B5A8-BABD94BFF06D}" type="sibTrans">
      <dgm:prSet/>
      <dgm:spPr/>
    </dgm:pt>
    <dgm:pt modelId="{A8D79439-D5EC-4A2C-8886-3366D5388AE4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复赛</a:t>
          </a:r>
          <a:r>
            <a:rPr lang="zh-CN" altLang="en-US"/>
            <a:t/>
          </a:r>
          <a:endParaRPr lang="zh-CN" altLang="en-US"/>
        </a:p>
      </dgm:t>
    </dgm:pt>
    <dgm:pt modelId="{76D1CF85-CE3E-482B-BBDE-33CB26C491B3}" cxnId="{4E0A1689-3EE8-43F3-9C98-AE0910629FBA}" type="parTrans">
      <dgm:prSet/>
      <dgm:spPr/>
      <dgm:t>
        <a:bodyPr/>
        <a:p>
          <a:endParaRPr lang="zh-CN" altLang="en-US"/>
        </a:p>
      </dgm:t>
    </dgm:pt>
    <dgm:pt modelId="{894E5B85-0B0F-4179-80FC-578AC7607573}" cxnId="{4E0A1689-3EE8-43F3-9C98-AE0910629FBA}" type="sibTrans">
      <dgm:prSet/>
      <dgm:spPr/>
      <dgm:t>
        <a:bodyPr/>
        <a:p>
          <a:endParaRPr lang="zh-CN" altLang="en-US"/>
        </a:p>
      </dgm:t>
    </dgm:pt>
    <dgm:pt modelId="{3551B63F-97E5-4C25-8E48-EA3324E4693A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上机编程</a:t>
          </a:r>
          <a:r>
            <a:rPr lang="zh-CN" altLang="en-US"/>
            <a:t>（</a:t>
          </a:r>
          <a:r>
            <a:rPr lang="en-US" altLang="zh-CN"/>
            <a:t>4 </a:t>
          </a:r>
          <a:r>
            <a:rPr lang="zh-CN" altLang="en-US"/>
            <a:t>道题</a:t>
          </a:r>
          <a:r>
            <a:rPr lang="zh-CN" altLang="en-US"/>
            <a:t>，</a:t>
          </a:r>
          <a:r>
            <a:rPr lang="en-US" altLang="zh-CN"/>
            <a:t>4 </a:t>
          </a:r>
          <a:r>
            <a:rPr lang="zh-CN" altLang="en-US"/>
            <a:t>小时</a:t>
          </a:r>
          <a:r>
            <a:rPr lang="zh-CN" altLang="en-US"/>
            <a:t>）</a:t>
          </a:r>
          <a:r>
            <a:rPr lang="zh-CN" altLang="en-US"/>
            <a:t/>
          </a:r>
          <a:endParaRPr lang="zh-CN" altLang="en-US"/>
        </a:p>
      </dgm:t>
    </dgm:pt>
    <dgm:pt modelId="{D45CBEB4-CA5A-42B2-A8B1-A227C3D51854}" cxnId="{F03D94D2-746F-4577-BA8C-831022CE1C06}" type="parTrans">
      <dgm:prSet/>
      <dgm:spPr/>
      <dgm:t>
        <a:bodyPr/>
        <a:p>
          <a:endParaRPr lang="zh-CN" altLang="en-US"/>
        </a:p>
      </dgm:t>
    </dgm:pt>
    <dgm:pt modelId="{2A745622-EF74-41CE-8640-57C9EC089F05}" cxnId="{F03D94D2-746F-4577-BA8C-831022CE1C06}" type="sibTrans">
      <dgm:prSet/>
      <dgm:spPr/>
      <dgm:t>
        <a:bodyPr/>
        <a:p>
          <a:endParaRPr lang="zh-CN" altLang="en-US"/>
        </a:p>
      </dgm:t>
    </dgm:pt>
    <dgm:pt modelId="{D04FF620-4B41-4CAA-8929-514DCBD2266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考察算法设计</a:t>
          </a:r>
          <a:r>
            <a:rPr lang="zh-CN" altLang="en-US"/>
            <a:t>、</a:t>
          </a:r>
          <a:r>
            <a:rPr lang="zh-CN" altLang="en-US"/>
            <a:t>代码实现</a:t>
          </a:r>
          <a:r>
            <a:rPr lang="zh-CN" altLang="en-US"/>
            <a:t>、</a:t>
          </a:r>
          <a:r>
            <a:rPr lang="zh-CN" altLang="en-US"/>
            <a:t>调试能力</a:t>
          </a:r>
          <a:r>
            <a:rPr lang="zh-CN" altLang="en-US"/>
            <a:t/>
          </a:r>
          <a:endParaRPr lang="zh-CN" altLang="en-US"/>
        </a:p>
      </dgm:t>
    </dgm:pt>
    <dgm:pt modelId="{3BC6F2F2-8C49-4C58-B5DA-8E98379C9847}" cxnId="{E3DCA617-1D18-4949-925F-DAE0B828154B}" type="parTrans">
      <dgm:prSet/>
      <dgm:spPr/>
      <dgm:t>
        <a:bodyPr/>
        <a:p>
          <a:endParaRPr lang="zh-CN" altLang="en-US"/>
        </a:p>
      </dgm:t>
    </dgm:pt>
    <dgm:pt modelId="{0E2F740E-37D3-4AE1-8588-8A1DD86262F2}" cxnId="{E3DCA617-1D18-4949-925F-DAE0B828154B}" type="sibTrans">
      <dgm:prSet/>
      <dgm:spPr/>
      <dgm:t>
        <a:bodyPr/>
        <a:p>
          <a:endParaRPr lang="zh-CN" altLang="en-US"/>
        </a:p>
      </dgm:t>
    </dgm:pt>
    <dgm:pt modelId="{7312C4CA-318E-402E-98B1-B5CD229AC69C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黑盒测试</a:t>
          </a:r>
          <a:r>
            <a:rPr lang="zh-CN" altLang="en-US"/>
            <a:t>，</a:t>
          </a:r>
          <a:r>
            <a:rPr lang="zh-CN" altLang="en-US"/>
            <a:t>按通过的数据点给分</a:t>
          </a:r>
          <a:r>
            <a:rPr lang="zh-CN" altLang="en-US"/>
            <a:t>（</a:t>
          </a:r>
          <a:r>
            <a:rPr lang="en-US" altLang="zh-CN"/>
            <a:t>0-100 </a:t>
          </a:r>
          <a:r>
            <a:rPr lang="zh-CN" altLang="en-US"/>
            <a:t>分</a:t>
          </a:r>
          <a:r>
            <a:rPr lang="en-US" altLang="zh-CN"/>
            <a:t>/</a:t>
          </a:r>
          <a:r>
            <a:rPr lang="zh-CN" altLang="en-US"/>
            <a:t>题</a:t>
          </a:r>
          <a:r>
            <a:rPr lang="zh-CN" altLang="en-US"/>
            <a:t>）</a:t>
          </a:r>
          <a:r>
            <a:rPr altLang="en-US"/>
            <a:t/>
          </a:r>
          <a:endParaRPr altLang="en-US"/>
        </a:p>
      </dgm:t>
    </dgm:pt>
    <dgm:pt modelId="{0EF4A31A-D763-4A58-BB26-21635ACAB6E8}" cxnId="{29FCC147-9D4E-4EEF-A2C7-12A7E8C2D679}" type="parTrans">
      <dgm:prSet/>
      <dgm:spPr/>
    </dgm:pt>
    <dgm:pt modelId="{6F43C1DB-8368-4231-B789-A9903434F9F6}" cxnId="{29FCC147-9D4E-4EEF-A2C7-12A7E8C2D679}" type="sibTrans">
      <dgm:prSet/>
      <dgm:spPr/>
    </dgm:pt>
    <dgm:pt modelId="{73F0E6AA-1B12-4917-A5B9-27714EB21A6F}" type="pres">
      <dgm:prSet presAssocID="{70E259BE-FD81-44F8-8AD8-696122467FE8}" presName="list" presStyleCnt="0">
        <dgm:presLayoutVars>
          <dgm:dir/>
          <dgm:animLvl val="lvl"/>
        </dgm:presLayoutVars>
      </dgm:prSet>
      <dgm:spPr/>
    </dgm:pt>
    <dgm:pt modelId="{9EB08046-B0A8-40D6-9F0C-C2EFDB819E01}" type="pres">
      <dgm:prSet presAssocID="{D49F27BA-C7D4-47F5-A566-6558CB160CCE}" presName="posSpace" presStyleCnt="0"/>
      <dgm:spPr/>
    </dgm:pt>
    <dgm:pt modelId="{771756F4-E425-4246-8438-12F2B4FD2670}" type="pres">
      <dgm:prSet presAssocID="{D49F27BA-C7D4-47F5-A566-6558CB160CCE}" presName="vertFlow" presStyleCnt="0"/>
      <dgm:spPr/>
    </dgm:pt>
    <dgm:pt modelId="{55853259-BBE5-4C45-95ED-7DCB7230171A}" type="pres">
      <dgm:prSet presAssocID="{D49F27BA-C7D4-47F5-A566-6558CB160CCE}" presName="topSpace" presStyleCnt="0"/>
      <dgm:spPr/>
    </dgm:pt>
    <dgm:pt modelId="{8C960F9D-26EC-4627-9CF2-7B18C666CB35}" type="pres">
      <dgm:prSet presAssocID="{D49F27BA-C7D4-47F5-A566-6558CB160CCE}" presName="firstComp" presStyleCnt="0"/>
      <dgm:spPr/>
    </dgm:pt>
    <dgm:pt modelId="{F8D49E38-B053-4501-BD89-EB8E5A6A61CD}" type="pres">
      <dgm:prSet presAssocID="{D49F27BA-C7D4-47F5-A566-6558CB160CCE}" presName="firstChild" presStyleLbl="bgAccFollowNode1" presStyleIdx="0" presStyleCnt="6"/>
      <dgm:spPr/>
    </dgm:pt>
    <dgm:pt modelId="{28FDBCD3-F61A-450D-892D-E8EA240C3445}" type="pres">
      <dgm:prSet presAssocID="{D49F27BA-C7D4-47F5-A566-6558CB160CCE}" presName="firstChildTx" presStyleCnt="0">
        <dgm:presLayoutVars>
          <dgm:bulletEnabled val="1"/>
        </dgm:presLayoutVars>
      </dgm:prSet>
      <dgm:spPr/>
    </dgm:pt>
    <dgm:pt modelId="{36B998BC-CC63-4AE7-B372-7EA6115622C7}" type="pres">
      <dgm:prSet presAssocID="{9EA2BCD1-0D78-4E94-A73B-32D726AF7A4B}" presName="comp" presStyleCnt="0"/>
      <dgm:spPr/>
    </dgm:pt>
    <dgm:pt modelId="{01119332-89A2-4784-81C1-FF89BAFEA3B2}" type="pres">
      <dgm:prSet presAssocID="{9EA2BCD1-0D78-4E94-A73B-32D726AF7A4B}" presName="child" presStyleLbl="bgAccFollowNode1" presStyleIdx="1" presStyleCnt="6"/>
      <dgm:spPr/>
    </dgm:pt>
    <dgm:pt modelId="{EB91C378-F5E2-4623-A32D-0429BACB9378}" type="pres">
      <dgm:prSet presAssocID="{9EA2BCD1-0D78-4E94-A73B-32D726AF7A4B}" presName="childTx" presStyleCnt="0">
        <dgm:presLayoutVars>
          <dgm:bulletEnabled val="1"/>
        </dgm:presLayoutVars>
      </dgm:prSet>
      <dgm:spPr/>
    </dgm:pt>
    <dgm:pt modelId="{B8862BB5-3981-4CC8-8A81-1BBD4F1BD0A1}" type="pres">
      <dgm:prSet presAssocID="{59298C42-6D20-46E7-8114-F66464C14275}" presName="comp" presStyleCnt="0"/>
      <dgm:spPr/>
    </dgm:pt>
    <dgm:pt modelId="{AD5E3374-966C-4B12-967D-149022227C5C}" type="pres">
      <dgm:prSet presAssocID="{59298C42-6D20-46E7-8114-F66464C14275}" presName="child" presStyleLbl="bgAccFollowNode1" presStyleIdx="2" presStyleCnt="6"/>
      <dgm:spPr/>
    </dgm:pt>
    <dgm:pt modelId="{35384C1F-806C-4D99-96FB-7BB399A087CC}" type="pres">
      <dgm:prSet presAssocID="{59298C42-6D20-46E7-8114-F66464C14275}" presName="childTx" presStyleCnt="0">
        <dgm:presLayoutVars>
          <dgm:bulletEnabled val="1"/>
        </dgm:presLayoutVars>
      </dgm:prSet>
      <dgm:spPr/>
    </dgm:pt>
    <dgm:pt modelId="{E16CB8C9-D1FB-4FF3-8667-AEACA8E83E5C}" type="pres">
      <dgm:prSet presAssocID="{D49F27BA-C7D4-47F5-A566-6558CB160CCE}" presName="negSpace" presStyleCnt="0"/>
      <dgm:spPr/>
    </dgm:pt>
    <dgm:pt modelId="{92447B8B-B043-4F04-A3B7-D0DE831D4431}" type="pres">
      <dgm:prSet presAssocID="{D49F27BA-C7D4-47F5-A566-6558CB160CCE}" presName="circle" presStyleLbl="node1" presStyleIdx="0" presStyleCnt="2"/>
      <dgm:spPr/>
    </dgm:pt>
    <dgm:pt modelId="{86EC9F84-227C-4E06-9DF9-580577FF07E6}" type="pres">
      <dgm:prSet presAssocID="{6C7F23EE-527F-445D-A03B-C095553F5BFB}" presName="transSpace" presStyleCnt="0"/>
      <dgm:spPr/>
    </dgm:pt>
    <dgm:pt modelId="{18930822-DE8A-4ABA-986D-CE814670A45E}" type="pres">
      <dgm:prSet presAssocID="{A8D79439-D5EC-4A2C-8886-3366D5388AE4}" presName="posSpace" presStyleCnt="0"/>
      <dgm:spPr/>
    </dgm:pt>
    <dgm:pt modelId="{0A15879E-9902-4979-B022-1C436A8138BA}" type="pres">
      <dgm:prSet presAssocID="{A8D79439-D5EC-4A2C-8886-3366D5388AE4}" presName="vertFlow" presStyleCnt="0"/>
      <dgm:spPr/>
    </dgm:pt>
    <dgm:pt modelId="{B212BFCE-AFC4-4470-9DE6-F92A458943E5}" type="pres">
      <dgm:prSet presAssocID="{A8D79439-D5EC-4A2C-8886-3366D5388AE4}" presName="topSpace" presStyleCnt="0"/>
      <dgm:spPr/>
    </dgm:pt>
    <dgm:pt modelId="{9C59777D-1DF0-421E-9582-AB045FE3CF8B}" type="pres">
      <dgm:prSet presAssocID="{A8D79439-D5EC-4A2C-8886-3366D5388AE4}" presName="firstComp" presStyleCnt="0"/>
      <dgm:spPr/>
    </dgm:pt>
    <dgm:pt modelId="{B4EA86C9-9645-41DF-AB1C-E026D8E8F43F}" type="pres">
      <dgm:prSet presAssocID="{A8D79439-D5EC-4A2C-8886-3366D5388AE4}" presName="firstChild" presStyleLbl="bgAccFollowNode1" presStyleIdx="3" presStyleCnt="6"/>
      <dgm:spPr/>
    </dgm:pt>
    <dgm:pt modelId="{FFBACF87-1AED-4FB0-90AE-33D277960054}" type="pres">
      <dgm:prSet presAssocID="{A8D79439-D5EC-4A2C-8886-3366D5388AE4}" presName="firstChildTx" presStyleCnt="0">
        <dgm:presLayoutVars>
          <dgm:bulletEnabled val="1"/>
        </dgm:presLayoutVars>
      </dgm:prSet>
      <dgm:spPr/>
    </dgm:pt>
    <dgm:pt modelId="{CBE40A5F-D0EC-4B4A-A524-5B4A3F2C8285}" type="pres">
      <dgm:prSet presAssocID="{D04FF620-4B41-4CAA-8929-514DCBD2266E}" presName="comp" presStyleCnt="0"/>
      <dgm:spPr/>
    </dgm:pt>
    <dgm:pt modelId="{9C36922A-5FA7-4B49-8BAB-B4B99DE5740F}" type="pres">
      <dgm:prSet presAssocID="{D04FF620-4B41-4CAA-8929-514DCBD2266E}" presName="child" presStyleLbl="bgAccFollowNode1" presStyleIdx="4" presStyleCnt="6"/>
      <dgm:spPr/>
    </dgm:pt>
    <dgm:pt modelId="{FF591285-8ECD-4413-A53B-011294184BA2}" type="pres">
      <dgm:prSet presAssocID="{D04FF620-4B41-4CAA-8929-514DCBD2266E}" presName="childTx" presStyleCnt="0">
        <dgm:presLayoutVars>
          <dgm:bulletEnabled val="1"/>
        </dgm:presLayoutVars>
      </dgm:prSet>
      <dgm:spPr/>
    </dgm:pt>
    <dgm:pt modelId="{A6EE6067-C527-4B8B-AACA-D9899910B1B3}" type="pres">
      <dgm:prSet presAssocID="{7312C4CA-318E-402E-98B1-B5CD229AC69C}" presName="comp" presStyleCnt="0"/>
      <dgm:spPr/>
    </dgm:pt>
    <dgm:pt modelId="{5560AB7B-0736-4EC6-BE7C-AE7F8EF11D2C}" type="pres">
      <dgm:prSet presAssocID="{7312C4CA-318E-402E-98B1-B5CD229AC69C}" presName="child" presStyleLbl="bgAccFollowNode1" presStyleIdx="5" presStyleCnt="6"/>
      <dgm:spPr/>
    </dgm:pt>
    <dgm:pt modelId="{8B41F1DD-D645-436F-B1A0-A8CC470DCFFB}" type="pres">
      <dgm:prSet presAssocID="{7312C4CA-318E-402E-98B1-B5CD229AC69C}" presName="childTx" presStyleCnt="0">
        <dgm:presLayoutVars>
          <dgm:bulletEnabled val="1"/>
        </dgm:presLayoutVars>
      </dgm:prSet>
      <dgm:spPr/>
    </dgm:pt>
    <dgm:pt modelId="{F8B169DC-C365-4F65-9BF5-245F62A807F7}" type="pres">
      <dgm:prSet presAssocID="{A8D79439-D5EC-4A2C-8886-3366D5388AE4}" presName="negSpace" presStyleCnt="0"/>
      <dgm:spPr/>
    </dgm:pt>
    <dgm:pt modelId="{789C2E5F-53BE-4B9F-8B8F-155498EB6E4B}" type="pres">
      <dgm:prSet presAssocID="{A8D79439-D5EC-4A2C-8886-3366D5388AE4}" presName="circle" presStyleLbl="node1" presStyleIdx="1" presStyleCnt="2"/>
      <dgm:spPr/>
    </dgm:pt>
  </dgm:ptLst>
  <dgm:cxnLst>
    <dgm:cxn modelId="{E1022E85-8D0E-40EF-B235-2BC5550FF700}" srcId="{70E259BE-FD81-44F8-8AD8-696122467FE8}" destId="{D49F27BA-C7D4-47F5-A566-6558CB160CCE}" srcOrd="0" destOrd="0" parTransId="{DFF52EEB-FE15-4438-9ABF-8177F955BE98}" sibTransId="{6C7F23EE-527F-445D-A03B-C095553F5BFB}"/>
    <dgm:cxn modelId="{5475686F-0DC1-48BC-AEB1-C20E8891685D}" srcId="{D49F27BA-C7D4-47F5-A566-6558CB160CCE}" destId="{1A95FDA0-3844-435D-9E9C-86ADA9E455A3}" srcOrd="0" destOrd="0" parTransId="{087CCA06-0DDB-4D11-83D1-BCE3FCB04E7F}" sibTransId="{8D56E4F9-6742-478E-A47A-C0FA477F77A1}"/>
    <dgm:cxn modelId="{7416BC8B-84E3-4521-9C0E-CF7269511B79}" srcId="{D49F27BA-C7D4-47F5-A566-6558CB160CCE}" destId="{9EA2BCD1-0D78-4E94-A73B-32D726AF7A4B}" srcOrd="1" destOrd="0" parTransId="{953B678C-BBCF-4B85-A6D8-4576A3CAAE8A}" sibTransId="{987F1CEA-C3B3-4FDA-9632-03C9D800C3D3}"/>
    <dgm:cxn modelId="{40179887-2B31-4A79-B5A8-BABD94BFF06D}" srcId="{D49F27BA-C7D4-47F5-A566-6558CB160CCE}" destId="{59298C42-6D20-46E7-8114-F66464C14275}" srcOrd="2" destOrd="0" parTransId="{CC03E983-3645-4585-88D8-7B510C474B8C}" sibTransId="{837F756D-62B5-4A29-B470-19F6CD3530C3}"/>
    <dgm:cxn modelId="{4E0A1689-3EE8-43F3-9C98-AE0910629FBA}" srcId="{70E259BE-FD81-44F8-8AD8-696122467FE8}" destId="{A8D79439-D5EC-4A2C-8886-3366D5388AE4}" srcOrd="1" destOrd="0" parTransId="{76D1CF85-CE3E-482B-BBDE-33CB26C491B3}" sibTransId="{894E5B85-0B0F-4179-80FC-578AC7607573}"/>
    <dgm:cxn modelId="{F03D94D2-746F-4577-BA8C-831022CE1C06}" srcId="{A8D79439-D5EC-4A2C-8886-3366D5388AE4}" destId="{3551B63F-97E5-4C25-8E48-EA3324E4693A}" srcOrd="0" destOrd="1" parTransId="{D45CBEB4-CA5A-42B2-A8B1-A227C3D51854}" sibTransId="{2A745622-EF74-41CE-8640-57C9EC089F05}"/>
    <dgm:cxn modelId="{E3DCA617-1D18-4949-925F-DAE0B828154B}" srcId="{A8D79439-D5EC-4A2C-8886-3366D5388AE4}" destId="{D04FF620-4B41-4CAA-8929-514DCBD2266E}" srcOrd="1" destOrd="1" parTransId="{3BC6F2F2-8C49-4C58-B5DA-8E98379C9847}" sibTransId="{0E2F740E-37D3-4AE1-8588-8A1DD86262F2}"/>
    <dgm:cxn modelId="{29FCC147-9D4E-4EEF-A2C7-12A7E8C2D679}" srcId="{A8D79439-D5EC-4A2C-8886-3366D5388AE4}" destId="{7312C4CA-318E-402E-98B1-B5CD229AC69C}" srcOrd="2" destOrd="1" parTransId="{0EF4A31A-D763-4A58-BB26-21635ACAB6E8}" sibTransId="{6F43C1DB-8368-4231-B789-A9903434F9F6}"/>
    <dgm:cxn modelId="{8B1E075D-6FC8-4A39-885A-AD1BA4ACFAC1}" type="presOf" srcId="{70E259BE-FD81-44F8-8AD8-696122467FE8}" destId="{73F0E6AA-1B12-4917-A5B9-27714EB21A6F}" srcOrd="0" destOrd="0" presId="urn:microsoft.com/office/officeart/2005/8/layout/hList9"/>
    <dgm:cxn modelId="{7C5DBCDB-0744-4542-94F3-05A5A544967F}" type="presParOf" srcId="{73F0E6AA-1B12-4917-A5B9-27714EB21A6F}" destId="{9EB08046-B0A8-40D6-9F0C-C2EFDB819E01}" srcOrd="0" destOrd="0" presId="urn:microsoft.com/office/officeart/2005/8/layout/hList9"/>
    <dgm:cxn modelId="{6772D8A2-1872-44F2-9433-D24380285002}" type="presParOf" srcId="{73F0E6AA-1B12-4917-A5B9-27714EB21A6F}" destId="{771756F4-E425-4246-8438-12F2B4FD2670}" srcOrd="1" destOrd="0" presId="urn:microsoft.com/office/officeart/2005/8/layout/hList9"/>
    <dgm:cxn modelId="{C3963594-0BDE-432C-BC67-E464C0EFCBD9}" type="presParOf" srcId="{771756F4-E425-4246-8438-12F2B4FD2670}" destId="{55853259-BBE5-4C45-95ED-7DCB7230171A}" srcOrd="0" destOrd="1" presId="urn:microsoft.com/office/officeart/2005/8/layout/hList9"/>
    <dgm:cxn modelId="{636E08DB-85EE-446C-89BB-56CDD5550377}" type="presParOf" srcId="{771756F4-E425-4246-8438-12F2B4FD2670}" destId="{8C960F9D-26EC-4627-9CF2-7B18C666CB35}" srcOrd="1" destOrd="1" presId="urn:microsoft.com/office/officeart/2005/8/layout/hList9"/>
    <dgm:cxn modelId="{CB3F7522-9272-4639-B774-0F8578DD53A8}" type="presParOf" srcId="{8C960F9D-26EC-4627-9CF2-7B18C666CB35}" destId="{F8D49E38-B053-4501-BD89-EB8E5A6A61CD}" srcOrd="0" destOrd="1" presId="urn:microsoft.com/office/officeart/2005/8/layout/hList9"/>
    <dgm:cxn modelId="{86C6F8B0-3009-4DAB-895B-3AFC7085134D}" type="presOf" srcId="{1A95FDA0-3844-435D-9E9C-86ADA9E455A3}" destId="{F8D49E38-B053-4501-BD89-EB8E5A6A61CD}" srcOrd="0" destOrd="0" presId="urn:microsoft.com/office/officeart/2005/8/layout/hList9"/>
    <dgm:cxn modelId="{FF88B7F5-6710-43B9-833C-8E7DD48DB148}" type="presParOf" srcId="{8C960F9D-26EC-4627-9CF2-7B18C666CB35}" destId="{28FDBCD3-F61A-450D-892D-E8EA240C3445}" srcOrd="1" destOrd="1" presId="urn:microsoft.com/office/officeart/2005/8/layout/hList9"/>
    <dgm:cxn modelId="{4118A0CA-A175-4560-B1CB-A01000AC05E2}" type="presOf" srcId="{1A95FDA0-3844-435D-9E9C-86ADA9E455A3}" destId="{28FDBCD3-F61A-450D-892D-E8EA240C3445}" srcOrd="1" destOrd="0" presId="urn:microsoft.com/office/officeart/2005/8/layout/hList9"/>
    <dgm:cxn modelId="{35AA57F8-EC78-46E4-8FD9-E0D567DDD0A2}" type="presParOf" srcId="{771756F4-E425-4246-8438-12F2B4FD2670}" destId="{36B998BC-CC63-4AE7-B372-7EA6115622C7}" srcOrd="2" destOrd="1" presId="urn:microsoft.com/office/officeart/2005/8/layout/hList9"/>
    <dgm:cxn modelId="{F33C6BBB-3081-4209-B448-E93428DC34AE}" type="presParOf" srcId="{36B998BC-CC63-4AE7-B372-7EA6115622C7}" destId="{01119332-89A2-4784-81C1-FF89BAFEA3B2}" srcOrd="0" destOrd="2" presId="urn:microsoft.com/office/officeart/2005/8/layout/hList9"/>
    <dgm:cxn modelId="{3809B266-A8D6-4ED4-8F20-412CA9B7987D}" type="presOf" srcId="{9EA2BCD1-0D78-4E94-A73B-32D726AF7A4B}" destId="{01119332-89A2-4784-81C1-FF89BAFEA3B2}" srcOrd="0" destOrd="0" presId="urn:microsoft.com/office/officeart/2005/8/layout/hList9"/>
    <dgm:cxn modelId="{6418DFE2-9179-424D-85EA-66CB4EF00238}" type="presParOf" srcId="{36B998BC-CC63-4AE7-B372-7EA6115622C7}" destId="{EB91C378-F5E2-4623-A32D-0429BACB9378}" srcOrd="1" destOrd="2" presId="urn:microsoft.com/office/officeart/2005/8/layout/hList9"/>
    <dgm:cxn modelId="{A2ACD02D-07D1-4BBB-8088-029EAA0AC4D8}" type="presOf" srcId="{9EA2BCD1-0D78-4E94-A73B-32D726AF7A4B}" destId="{EB91C378-F5E2-4623-A32D-0429BACB9378}" srcOrd="1" destOrd="0" presId="urn:microsoft.com/office/officeart/2005/8/layout/hList9"/>
    <dgm:cxn modelId="{F7305F31-07F6-470A-80B4-483CDADD5264}" type="presParOf" srcId="{771756F4-E425-4246-8438-12F2B4FD2670}" destId="{B8862BB5-3981-4CC8-8A81-1BBD4F1BD0A1}" srcOrd="3" destOrd="1" presId="urn:microsoft.com/office/officeart/2005/8/layout/hList9"/>
    <dgm:cxn modelId="{8BDAEA65-78ED-4ECC-815D-0E4237D712BF}" type="presParOf" srcId="{B8862BB5-3981-4CC8-8A81-1BBD4F1BD0A1}" destId="{AD5E3374-966C-4B12-967D-149022227C5C}" srcOrd="0" destOrd="3" presId="urn:microsoft.com/office/officeart/2005/8/layout/hList9"/>
    <dgm:cxn modelId="{C0826D27-BFDC-40CA-9B7E-9D013B561A6E}" type="presOf" srcId="{59298C42-6D20-46E7-8114-F66464C14275}" destId="{AD5E3374-966C-4B12-967D-149022227C5C}" srcOrd="0" destOrd="0" presId="urn:microsoft.com/office/officeart/2005/8/layout/hList9"/>
    <dgm:cxn modelId="{2B3AA488-1577-454E-8235-DC321BAB343D}" type="presParOf" srcId="{B8862BB5-3981-4CC8-8A81-1BBD4F1BD0A1}" destId="{35384C1F-806C-4D99-96FB-7BB399A087CC}" srcOrd="1" destOrd="3" presId="urn:microsoft.com/office/officeart/2005/8/layout/hList9"/>
    <dgm:cxn modelId="{931C74E6-0E27-4A43-8BED-3ACF7293B613}" type="presOf" srcId="{59298C42-6D20-46E7-8114-F66464C14275}" destId="{35384C1F-806C-4D99-96FB-7BB399A087CC}" srcOrd="1" destOrd="0" presId="urn:microsoft.com/office/officeart/2005/8/layout/hList9"/>
    <dgm:cxn modelId="{B17BE1CE-E118-4737-AACB-8C25C853D862}" type="presParOf" srcId="{73F0E6AA-1B12-4917-A5B9-27714EB21A6F}" destId="{E16CB8C9-D1FB-4FF3-8667-AEACA8E83E5C}" srcOrd="2" destOrd="0" presId="urn:microsoft.com/office/officeart/2005/8/layout/hList9"/>
    <dgm:cxn modelId="{155EFD75-D4C6-4C44-8020-D82F1B7DD11F}" type="presParOf" srcId="{73F0E6AA-1B12-4917-A5B9-27714EB21A6F}" destId="{92447B8B-B043-4F04-A3B7-D0DE831D4431}" srcOrd="3" destOrd="0" presId="urn:microsoft.com/office/officeart/2005/8/layout/hList9"/>
    <dgm:cxn modelId="{68227E5F-0060-4C0C-B861-1A3ABCB21984}" type="presOf" srcId="{D49F27BA-C7D4-47F5-A566-6558CB160CCE}" destId="{92447B8B-B043-4F04-A3B7-D0DE831D4431}" srcOrd="0" destOrd="0" presId="urn:microsoft.com/office/officeart/2005/8/layout/hList9"/>
    <dgm:cxn modelId="{2B0624C6-DDE9-4295-BBDC-2091035D88EE}" type="presParOf" srcId="{73F0E6AA-1B12-4917-A5B9-27714EB21A6F}" destId="{86EC9F84-227C-4E06-9DF9-580577FF07E6}" srcOrd="4" destOrd="0" presId="urn:microsoft.com/office/officeart/2005/8/layout/hList9"/>
    <dgm:cxn modelId="{A32CF5E2-81D9-41F5-A166-8F931EAD3651}" type="presParOf" srcId="{73F0E6AA-1B12-4917-A5B9-27714EB21A6F}" destId="{18930822-DE8A-4ABA-986D-CE814670A45E}" srcOrd="5" destOrd="0" presId="urn:microsoft.com/office/officeart/2005/8/layout/hList9"/>
    <dgm:cxn modelId="{AF2B483A-951C-4CCF-AC43-EFB6D141F5B9}" type="presParOf" srcId="{73F0E6AA-1B12-4917-A5B9-27714EB21A6F}" destId="{0A15879E-9902-4979-B022-1C436A8138BA}" srcOrd="6" destOrd="0" presId="urn:microsoft.com/office/officeart/2005/8/layout/hList9"/>
    <dgm:cxn modelId="{A5FA4509-F0E1-4D11-B068-FADBCC601EBD}" type="presParOf" srcId="{0A15879E-9902-4979-B022-1C436A8138BA}" destId="{B212BFCE-AFC4-4470-9DE6-F92A458943E5}" srcOrd="0" destOrd="6" presId="urn:microsoft.com/office/officeart/2005/8/layout/hList9"/>
    <dgm:cxn modelId="{DB26CCD4-1554-4162-9869-C3B80F573983}" type="presParOf" srcId="{0A15879E-9902-4979-B022-1C436A8138BA}" destId="{9C59777D-1DF0-421E-9582-AB045FE3CF8B}" srcOrd="1" destOrd="6" presId="urn:microsoft.com/office/officeart/2005/8/layout/hList9"/>
    <dgm:cxn modelId="{EB8633C5-B9EF-4AED-A6C6-DBC75AE31289}" type="presParOf" srcId="{9C59777D-1DF0-421E-9582-AB045FE3CF8B}" destId="{B4EA86C9-9645-41DF-AB1C-E026D8E8F43F}" srcOrd="0" destOrd="1" presId="urn:microsoft.com/office/officeart/2005/8/layout/hList9"/>
    <dgm:cxn modelId="{F1239BD6-76DE-48A1-BB45-04CC68EB675F}" type="presOf" srcId="{3551B63F-97E5-4C25-8E48-EA3324E4693A}" destId="{B4EA86C9-9645-41DF-AB1C-E026D8E8F43F}" srcOrd="0" destOrd="0" presId="urn:microsoft.com/office/officeart/2005/8/layout/hList9"/>
    <dgm:cxn modelId="{E2CC7F80-F211-4D1D-899E-4B5B72782FB1}" type="presParOf" srcId="{9C59777D-1DF0-421E-9582-AB045FE3CF8B}" destId="{FFBACF87-1AED-4FB0-90AE-33D277960054}" srcOrd="1" destOrd="1" presId="urn:microsoft.com/office/officeart/2005/8/layout/hList9"/>
    <dgm:cxn modelId="{CF336BE5-D97F-431C-B901-876D3549B915}" type="presOf" srcId="{3551B63F-97E5-4C25-8E48-EA3324E4693A}" destId="{FFBACF87-1AED-4FB0-90AE-33D277960054}" srcOrd="1" destOrd="0" presId="urn:microsoft.com/office/officeart/2005/8/layout/hList9"/>
    <dgm:cxn modelId="{4F149B0F-CB0D-4738-B311-593677D4F561}" type="presParOf" srcId="{0A15879E-9902-4979-B022-1C436A8138BA}" destId="{CBE40A5F-D0EC-4B4A-A524-5B4A3F2C8285}" srcOrd="2" destOrd="6" presId="urn:microsoft.com/office/officeart/2005/8/layout/hList9"/>
    <dgm:cxn modelId="{14E70E82-7530-41A4-A0BD-49812B6E1BE1}" type="presParOf" srcId="{CBE40A5F-D0EC-4B4A-A524-5B4A3F2C8285}" destId="{9C36922A-5FA7-4B49-8BAB-B4B99DE5740F}" srcOrd="0" destOrd="2" presId="urn:microsoft.com/office/officeart/2005/8/layout/hList9"/>
    <dgm:cxn modelId="{0BCF6DEA-F667-4B3B-9E94-1154AF5E78E1}" type="presOf" srcId="{D04FF620-4B41-4CAA-8929-514DCBD2266E}" destId="{9C36922A-5FA7-4B49-8BAB-B4B99DE5740F}" srcOrd="0" destOrd="0" presId="urn:microsoft.com/office/officeart/2005/8/layout/hList9"/>
    <dgm:cxn modelId="{87C05B52-B2D5-4985-8C7E-27FD54EC7E1B}" type="presParOf" srcId="{CBE40A5F-D0EC-4B4A-A524-5B4A3F2C8285}" destId="{FF591285-8ECD-4413-A53B-011294184BA2}" srcOrd="1" destOrd="2" presId="urn:microsoft.com/office/officeart/2005/8/layout/hList9"/>
    <dgm:cxn modelId="{4567C3CD-2931-4F86-A6F8-591B49469FD2}" type="presOf" srcId="{D04FF620-4B41-4CAA-8929-514DCBD2266E}" destId="{FF591285-8ECD-4413-A53B-011294184BA2}" srcOrd="1" destOrd="0" presId="urn:microsoft.com/office/officeart/2005/8/layout/hList9"/>
    <dgm:cxn modelId="{7E75EF1B-AF49-4C50-B7E7-8ED107CCF6A3}" type="presParOf" srcId="{0A15879E-9902-4979-B022-1C436A8138BA}" destId="{A6EE6067-C527-4B8B-AACA-D9899910B1B3}" srcOrd="3" destOrd="6" presId="urn:microsoft.com/office/officeart/2005/8/layout/hList9"/>
    <dgm:cxn modelId="{5E0CB4AB-A18E-4F42-A28C-A5029ED153EB}" type="presParOf" srcId="{A6EE6067-C527-4B8B-AACA-D9899910B1B3}" destId="{5560AB7B-0736-4EC6-BE7C-AE7F8EF11D2C}" srcOrd="0" destOrd="3" presId="urn:microsoft.com/office/officeart/2005/8/layout/hList9"/>
    <dgm:cxn modelId="{85C0CAA6-65F2-43F4-8015-4BAF486E2666}" type="presOf" srcId="{7312C4CA-318E-402E-98B1-B5CD229AC69C}" destId="{5560AB7B-0736-4EC6-BE7C-AE7F8EF11D2C}" srcOrd="0" destOrd="0" presId="urn:microsoft.com/office/officeart/2005/8/layout/hList9"/>
    <dgm:cxn modelId="{A59D5A21-202F-4918-B332-67D29A975E0E}" type="presParOf" srcId="{A6EE6067-C527-4B8B-AACA-D9899910B1B3}" destId="{8B41F1DD-D645-436F-B1A0-A8CC470DCFFB}" srcOrd="1" destOrd="3" presId="urn:microsoft.com/office/officeart/2005/8/layout/hList9"/>
    <dgm:cxn modelId="{2D7BED12-B71D-4A1D-91A4-6D5C88245C9B}" type="presOf" srcId="{7312C4CA-318E-402E-98B1-B5CD229AC69C}" destId="{8B41F1DD-D645-436F-B1A0-A8CC470DCFFB}" srcOrd="1" destOrd="0" presId="urn:microsoft.com/office/officeart/2005/8/layout/hList9"/>
    <dgm:cxn modelId="{BF87AB55-FF37-4565-A903-8D293C7D4A7F}" type="presParOf" srcId="{73F0E6AA-1B12-4917-A5B9-27714EB21A6F}" destId="{F8B169DC-C365-4F65-9BF5-245F62A807F7}" srcOrd="7" destOrd="0" presId="urn:microsoft.com/office/officeart/2005/8/layout/hList9"/>
    <dgm:cxn modelId="{1F607D8F-308D-4734-922C-2D8AA5F55D26}" type="presParOf" srcId="{73F0E6AA-1B12-4917-A5B9-27714EB21A6F}" destId="{789C2E5F-53BE-4B9F-8B8F-155498EB6E4B}" srcOrd="8" destOrd="0" presId="urn:microsoft.com/office/officeart/2005/8/layout/hList9"/>
    <dgm:cxn modelId="{8FC64F3F-6EFE-46A9-A9A7-0C45E343853F}" type="presOf" srcId="{A8D79439-D5EC-4A2C-8886-3366D5388AE4}" destId="{789C2E5F-53BE-4B9F-8B8F-155498EB6E4B}" srcOrd="0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B2E4C7-2DBC-45BC-B933-FAAF417E8C6B}" type="doc">
      <dgm:prSet loTypeId="list" loCatId="list" qsTypeId="urn:microsoft.com/office/officeart/2005/8/quickstyle/simple5" qsCatId="simple" csTypeId="urn:microsoft.com/office/officeart/2005/8/colors/colorful5" csCatId="accent1" phldr="0"/>
      <dgm:spPr/>
      <dgm:t>
        <a:bodyPr/>
        <a:p>
          <a:endParaRPr lang="zh-CN" altLang="en-US"/>
        </a:p>
      </dgm:t>
    </dgm:pt>
    <dgm:pt modelId="{DA8A2D07-F387-4404-9FCB-397A6A028210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/>
            <a:t>CPU</a:t>
          </a:r>
          <a:r>
            <a:rPr lang="zh-CN" altLang="en-US" sz="2800" b="1"/>
            <a:t/>
          </a:r>
          <a:endParaRPr lang="zh-CN" altLang="en-US" sz="2800" b="1"/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/>
            <a:t>大脑</a:t>
          </a:r>
          <a:r>
            <a:rPr lang="zh-CN" altLang="en-US" sz="2000"/>
            <a:t>，</a:t>
          </a:r>
          <a:r>
            <a:rPr lang="zh-CN" altLang="en-US" sz="2000"/>
            <a:t>负责运算和控制</a:t>
          </a:r>
          <a:r>
            <a:rPr lang="zh-CN" altLang="en-US" sz="2000"/>
            <a:t/>
          </a:r>
          <a:endParaRPr lang="zh-CN" altLang="en-US" sz="2000"/>
        </a:p>
      </dgm:t>
    </dgm:pt>
    <dgm:pt modelId="{6834AA20-CCB2-4B69-B573-CB4D31C014E6}" cxnId="{43BEBEE5-F43D-4F1F-8A89-14A9B1C40C03}" type="parTrans">
      <dgm:prSet/>
      <dgm:spPr/>
      <dgm:t>
        <a:bodyPr/>
        <a:p>
          <a:endParaRPr lang="zh-CN" altLang="en-US"/>
        </a:p>
      </dgm:t>
    </dgm:pt>
    <dgm:pt modelId="{8755279E-20A5-4AEE-BDD2-C54EFA6328A6}" cxnId="{43BEBEE5-F43D-4F1F-8A89-14A9B1C40C03}" type="sibTrans">
      <dgm:prSet/>
      <dgm:spPr/>
      <dgm:t>
        <a:bodyPr/>
        <a:p>
          <a:endParaRPr lang="zh-CN" altLang="en-US"/>
        </a:p>
      </dgm:t>
    </dgm:pt>
    <dgm:pt modelId="{D7AF1C1D-144B-4B25-A777-792381B7ED5B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 b="1">
              <a:sym typeface="+mn-ea"/>
            </a:rPr>
            <a:t>内存</a:t>
          </a:r>
          <a:r>
            <a:rPr lang="en-US" altLang="zh-CN" sz="2800" b="1">
              <a:sym typeface="+mn-ea"/>
            </a:rPr>
            <a:t> (RAM)</a:t>
          </a:r>
          <a:r>
            <a:rPr lang="zh-CN" altLang="en-US" sz="2800" b="1">
              <a:sym typeface="+mn-ea"/>
            </a:rPr>
            <a:t/>
          </a:r>
          <a:endParaRPr lang="zh-CN" altLang="en-US" sz="2800" b="1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000"/>
            <a:t>短期记忆</a:t>
          </a:r>
          <a:r>
            <a:rPr lang="zh-CN" altLang="en-US" sz="2000"/>
            <a:t>，</a:t>
          </a:r>
          <a:r>
            <a:rPr lang="zh-CN" altLang="en-US" sz="2000"/>
            <a:t>断电数据丢失</a:t>
          </a:r>
          <a:r>
            <a:rPr lang="zh-CN" altLang="en-US" sz="2000"/>
            <a:t>，</a:t>
          </a:r>
          <a:r>
            <a:rPr lang="zh-CN" altLang="en-US" sz="2000"/>
            <a:t>速度快</a:t>
          </a:r>
          <a:r>
            <a:rPr lang="zh-CN" altLang="en-US" sz="2000"/>
            <a:t/>
          </a:r>
          <a:endParaRPr lang="zh-CN" altLang="en-US" sz="2000"/>
        </a:p>
      </dgm:t>
    </dgm:pt>
    <dgm:pt modelId="{24B9E243-8415-4A77-8486-6B84ADEA7DB0}" cxnId="{D0F77616-B1E4-41A6-B847-AC7CABF24236}" type="parTrans">
      <dgm:prSet/>
      <dgm:spPr/>
      <dgm:t>
        <a:bodyPr/>
        <a:p>
          <a:endParaRPr lang="zh-CN" altLang="en-US"/>
        </a:p>
      </dgm:t>
    </dgm:pt>
    <dgm:pt modelId="{B5AE4F68-C44C-4384-AF42-66197C13C64E}" cxnId="{D0F77616-B1E4-41A6-B847-AC7CABF24236}" type="sibTrans">
      <dgm:prSet/>
      <dgm:spPr/>
      <dgm:t>
        <a:bodyPr/>
        <a:p>
          <a:endParaRPr lang="zh-CN" altLang="en-US"/>
        </a:p>
      </dgm:t>
    </dgm:pt>
    <dgm:pt modelId="{07FA4ADD-8D96-4B06-AE7F-902B878DD8B1}">
      <dgm:prSet phldrT="[文本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 b="1">
              <a:sym typeface="+mn-ea"/>
            </a:rPr>
            <a:t>硬盘</a:t>
          </a:r>
          <a:endParaRPr lang="zh-CN" altLang="en-US" sz="2800" b="1"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000"/>
            <a:t>长期记忆</a:t>
          </a:r>
          <a:r>
            <a:rPr lang="zh-CN" altLang="en-US" sz="2000"/>
            <a:t>，</a:t>
          </a:r>
          <a:r>
            <a:rPr lang="zh-CN" altLang="en-US" sz="2000"/>
            <a:t>断电数据保留</a:t>
          </a:r>
          <a:r>
            <a:rPr lang="zh-CN" altLang="en-US" sz="2000"/>
            <a:t>，</a:t>
          </a:r>
          <a:r>
            <a:rPr lang="zh-CN" altLang="en-US" sz="2000"/>
            <a:t>速度慢</a:t>
          </a:r>
          <a:r>
            <a:rPr lang="zh-CN" altLang="en-US" sz="2000"/>
            <a:t/>
          </a:r>
          <a:endParaRPr lang="zh-CN" altLang="en-US" sz="2000"/>
        </a:p>
      </dgm:t>
    </dgm:pt>
    <dgm:pt modelId="{A8B4A2D4-51F6-4657-92F3-DB580AE5F569}" cxnId="{8DCA187D-B2AB-420E-941A-042D131C86AD}" type="parTrans">
      <dgm:prSet/>
      <dgm:spPr/>
      <dgm:t>
        <a:bodyPr/>
        <a:p>
          <a:endParaRPr lang="zh-CN" altLang="en-US"/>
        </a:p>
      </dgm:t>
    </dgm:pt>
    <dgm:pt modelId="{33BF6C47-5256-4D8E-874B-728742A8CEC4}" cxnId="{8DCA187D-B2AB-420E-941A-042D131C86AD}" type="sibTrans">
      <dgm:prSet/>
      <dgm:spPr/>
      <dgm:t>
        <a:bodyPr/>
        <a:p>
          <a:endParaRPr lang="zh-CN" altLang="en-US"/>
        </a:p>
      </dgm:t>
    </dgm:pt>
    <dgm:pt modelId="{DE36D10E-86CD-4C6D-B150-31E525EF527D}" type="pres">
      <dgm:prSet presAssocID="{ACB2E4C7-2DBC-45BC-B933-FAAF417E8C6B}" presName="Name0" presStyleCnt="0">
        <dgm:presLayoutVars>
          <dgm:dir/>
          <dgm:resizeHandles val="exact"/>
        </dgm:presLayoutVars>
      </dgm:prSet>
      <dgm:spPr/>
    </dgm:pt>
    <dgm:pt modelId="{E561ED5B-86C5-4F33-9AFB-CF29287F5ADA}" type="pres">
      <dgm:prSet presAssocID="{DA8A2D07-F387-4404-9FCB-397A6A028210}" presName="node" presStyleLbl="node1" presStyleIdx="0" presStyleCnt="3" custScaleX="132417">
        <dgm:presLayoutVars>
          <dgm:bulletEnabled val="1"/>
        </dgm:presLayoutVars>
      </dgm:prSet>
      <dgm:spPr/>
    </dgm:pt>
    <dgm:pt modelId="{2AE1D4D4-A63C-4622-84B0-74ED38324CB1}" type="pres">
      <dgm:prSet presAssocID="{8755279E-20A5-4AEE-BDD2-C54EFA6328A6}" presName="sibTrans" presStyleCnt="0"/>
      <dgm:spPr/>
    </dgm:pt>
    <dgm:pt modelId="{CB90536C-45AA-4FBE-BCAF-99890DDD97C8}" type="pres">
      <dgm:prSet presAssocID="{D7AF1C1D-144B-4B25-A777-792381B7ED5B}" presName="node" presStyleLbl="node1" presStyleIdx="1" presStyleCnt="3" custScaleX="122318">
        <dgm:presLayoutVars>
          <dgm:bulletEnabled val="1"/>
        </dgm:presLayoutVars>
      </dgm:prSet>
      <dgm:spPr/>
    </dgm:pt>
    <dgm:pt modelId="{155DCBB0-73F9-4F8F-A361-B90F0294764B}" type="pres">
      <dgm:prSet presAssocID="{B5AE4F68-C44C-4384-AF42-66197C13C64E}" presName="sibTrans" presStyleCnt="0"/>
      <dgm:spPr/>
    </dgm:pt>
    <dgm:pt modelId="{35A89FA7-451D-44F0-A02E-1277ECD1BBE6}" type="pres">
      <dgm:prSet presAssocID="{07FA4ADD-8D96-4B06-AE7F-902B878DD8B1}" presName="node" presStyleLbl="node1" presStyleIdx="2" presStyleCnt="3" custScaleX="120954">
        <dgm:presLayoutVars>
          <dgm:bulletEnabled val="1"/>
        </dgm:presLayoutVars>
      </dgm:prSet>
      <dgm:spPr/>
    </dgm:pt>
  </dgm:ptLst>
  <dgm:cxnLst>
    <dgm:cxn modelId="{43BEBEE5-F43D-4F1F-8A89-14A9B1C40C03}" srcId="{ACB2E4C7-2DBC-45BC-B933-FAAF417E8C6B}" destId="{DA8A2D07-F387-4404-9FCB-397A6A028210}" srcOrd="0" destOrd="0" parTransId="{6834AA20-CCB2-4B69-B573-CB4D31C014E6}" sibTransId="{8755279E-20A5-4AEE-BDD2-C54EFA6328A6}"/>
    <dgm:cxn modelId="{D0F77616-B1E4-41A6-B847-AC7CABF24236}" srcId="{ACB2E4C7-2DBC-45BC-B933-FAAF417E8C6B}" destId="{D7AF1C1D-144B-4B25-A777-792381B7ED5B}" srcOrd="1" destOrd="0" parTransId="{24B9E243-8415-4A77-8486-6B84ADEA7DB0}" sibTransId="{B5AE4F68-C44C-4384-AF42-66197C13C64E}"/>
    <dgm:cxn modelId="{8DCA187D-B2AB-420E-941A-042D131C86AD}" srcId="{ACB2E4C7-2DBC-45BC-B933-FAAF417E8C6B}" destId="{07FA4ADD-8D96-4B06-AE7F-902B878DD8B1}" srcOrd="2" destOrd="0" parTransId="{A8B4A2D4-51F6-4657-92F3-DB580AE5F569}" sibTransId="{33BF6C47-5256-4D8E-874B-728742A8CEC4}"/>
    <dgm:cxn modelId="{1D2226E8-036F-4D35-A22B-7B2B57819299}" type="presOf" srcId="{ACB2E4C7-2DBC-45BC-B933-FAAF417E8C6B}" destId="{DE36D10E-86CD-4C6D-B150-31E525EF527D}" srcOrd="0" destOrd="0" presId="urn:microsoft.com/office/officeart/2005/8/layout/hList6"/>
    <dgm:cxn modelId="{DDAD3DF5-0ABC-4E59-9CC6-5F7227E21B92}" type="presParOf" srcId="{DE36D10E-86CD-4C6D-B150-31E525EF527D}" destId="{E561ED5B-86C5-4F33-9AFB-CF29287F5ADA}" srcOrd="0" destOrd="0" presId="urn:microsoft.com/office/officeart/2005/8/layout/hList6"/>
    <dgm:cxn modelId="{CBBE26E4-6A22-4671-ABD9-34401BA475A3}" type="presOf" srcId="{DA8A2D07-F387-4404-9FCB-397A6A028210}" destId="{E561ED5B-86C5-4F33-9AFB-CF29287F5ADA}" srcOrd="0" destOrd="0" presId="urn:microsoft.com/office/officeart/2005/8/layout/hList6"/>
    <dgm:cxn modelId="{115DB03C-2470-4983-ABD6-88034FCAE400}" type="presParOf" srcId="{DE36D10E-86CD-4C6D-B150-31E525EF527D}" destId="{2AE1D4D4-A63C-4622-84B0-74ED38324CB1}" srcOrd="1" destOrd="0" presId="urn:microsoft.com/office/officeart/2005/8/layout/hList6"/>
    <dgm:cxn modelId="{D2F28FAD-EAA8-4821-8B8D-D17D69E4B0CE}" type="presParOf" srcId="{DE36D10E-86CD-4C6D-B150-31E525EF527D}" destId="{CB90536C-45AA-4FBE-BCAF-99890DDD97C8}" srcOrd="2" destOrd="0" presId="urn:microsoft.com/office/officeart/2005/8/layout/hList6"/>
    <dgm:cxn modelId="{1C3C6DBC-AB01-4A22-8F23-4056188DD872}" type="presOf" srcId="{D7AF1C1D-144B-4B25-A777-792381B7ED5B}" destId="{CB90536C-45AA-4FBE-BCAF-99890DDD97C8}" srcOrd="0" destOrd="0" presId="urn:microsoft.com/office/officeart/2005/8/layout/hList6"/>
    <dgm:cxn modelId="{40A006CF-F0CD-447B-A223-7152349FBE88}" type="presParOf" srcId="{DE36D10E-86CD-4C6D-B150-31E525EF527D}" destId="{155DCBB0-73F9-4F8F-A361-B90F0294764B}" srcOrd="3" destOrd="0" presId="urn:microsoft.com/office/officeart/2005/8/layout/hList6"/>
    <dgm:cxn modelId="{EFA7AA52-6265-4BC2-93C3-8737DFCCF9A3}" type="presParOf" srcId="{DE36D10E-86CD-4C6D-B150-31E525EF527D}" destId="{35A89FA7-451D-44F0-A02E-1277ECD1BBE6}" srcOrd="4" destOrd="0" presId="urn:microsoft.com/office/officeart/2005/8/layout/hList6"/>
    <dgm:cxn modelId="{47C17C06-D190-418D-818E-482BD5460290}" type="presOf" srcId="{07FA4ADD-8D96-4B06-AE7F-902B878DD8B1}" destId="{35A89FA7-451D-44F0-A02E-1277ECD1BBE6}" srcOrd="0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3DDEC3-4410-4A7B-A08D-B4E398522276}" type="doc">
      <dgm:prSet loTypeId="urn:microsoft.com/office/officeart/2005/8/layout/hierarchy3" loCatId="hierarchy" qsTypeId="urn:microsoft.com/office/officeart/2005/8/quickstyle/simple2" qsCatId="simple" csTypeId="urn:microsoft.com/office/officeart/2005/8/colors/accent2_2" csCatId="accent1" phldr="0"/>
      <dgm:spPr/>
      <dgm:t>
        <a:bodyPr/>
        <a:p>
          <a:endParaRPr lang="zh-CN" altLang="en-US"/>
        </a:p>
      </dgm:t>
    </dgm:pt>
    <dgm:pt modelId="{F970B406-3137-445F-A047-960BE6F8F548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平时</a:t>
          </a:r>
          <a:r>
            <a:rPr lang="zh-CN" altLang="en-US"/>
            <a:t>训练</a:t>
          </a:r>
          <a:r>
            <a:rPr lang="zh-CN" altLang="en-US"/>
            <a:t/>
          </a:r>
          <a:endParaRPr lang="zh-CN" altLang="en-US"/>
        </a:p>
      </dgm:t>
    </dgm:pt>
    <dgm:pt modelId="{DE9920FC-ADF2-43FC-8D66-AB16E15737FC}" cxnId="{3CD5A915-E027-45D2-8992-53C05CA9E213}" type="parTrans">
      <dgm:prSet/>
      <dgm:spPr/>
      <dgm:t>
        <a:bodyPr/>
        <a:p>
          <a:endParaRPr lang="zh-CN" altLang="en-US"/>
        </a:p>
      </dgm:t>
    </dgm:pt>
    <dgm:pt modelId="{A6DBE21A-0230-45DE-A17E-9E9D78667511}" cxnId="{3CD5A915-E027-45D2-8992-53C05CA9E213}" type="sibTrans">
      <dgm:prSet/>
      <dgm:spPr/>
      <dgm:t>
        <a:bodyPr/>
        <a:p>
          <a:endParaRPr lang="zh-CN" altLang="en-US"/>
        </a:p>
      </dgm:t>
    </dgm:pt>
    <dgm:pt modelId="{2199E590-A466-443A-B43D-5CA7DA30B3AC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系统通过</a:t>
          </a:r>
          <a:r>
            <a:rPr lang="en-US" altLang="zh-CN"/>
            <a:t>“</a:t>
          </a:r>
          <a:r>
            <a:rPr lang="zh-CN" altLang="en-US"/>
            <a:t>管道</a:t>
          </a:r>
          <a:r>
            <a:rPr lang="en-US" altLang="zh-CN"/>
            <a:t>”</a:t>
          </a:r>
          <a:r>
            <a:rPr lang="zh-CN" altLang="en-US"/>
            <a:t>把数据传给你的程序</a:t>
          </a:r>
          <a:r>
            <a:rPr lang="zh-CN" altLang="en-US"/>
            <a:t>，</a:t>
          </a:r>
          <a:r>
            <a:rPr lang="zh-CN" altLang="en-US"/>
            <a:t>你用</a:t>
          </a:r>
          <a:r>
            <a:rPr lang="en-US" altLang="zh-CN"/>
            <a:t> cin/cout </a:t>
          </a:r>
          <a:r>
            <a:rPr lang="zh-CN" altLang="en-US"/>
            <a:t>即可</a:t>
          </a:r>
          <a:r>
            <a:rPr lang="zh-CN" altLang="en-US"/>
            <a:t/>
          </a:r>
          <a:endParaRPr lang="zh-CN" altLang="en-US"/>
        </a:p>
      </dgm:t>
    </dgm:pt>
    <dgm:pt modelId="{0F1D7D4E-BD8E-43C1-8F99-ED496D7A9BB4}" cxnId="{856A4236-8E02-4E5E-8FE8-646F16AFE25A}" type="parTrans">
      <dgm:prSet/>
      <dgm:spPr/>
      <dgm:t>
        <a:bodyPr/>
        <a:p>
          <a:endParaRPr lang="zh-CN" altLang="en-US"/>
        </a:p>
      </dgm:t>
    </dgm:pt>
    <dgm:pt modelId="{49BEF6ED-1342-41F0-807C-53E1906472B9}" cxnId="{856A4236-8E02-4E5E-8FE8-646F16AFE25A}" type="sibTrans">
      <dgm:prSet/>
      <dgm:spPr/>
      <dgm:t>
        <a:bodyPr/>
        <a:p>
          <a:endParaRPr lang="zh-CN" altLang="en-US"/>
        </a:p>
      </dgm:t>
    </dgm:pt>
    <dgm:pt modelId="{867279BA-BE37-4115-B52A-17E4F0F535FD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CSP-J </a:t>
          </a:r>
          <a:r>
            <a:rPr lang="zh-CN" altLang="en-US"/>
            <a:t>复赛</a:t>
          </a:r>
          <a:r>
            <a:rPr lang="zh-CN" altLang="en-US"/>
            <a:t/>
          </a:r>
          <a:endParaRPr lang="zh-CN" altLang="en-US"/>
        </a:p>
      </dgm:t>
    </dgm:pt>
    <dgm:pt modelId="{1A4FEF92-68C1-469B-A1A1-5D97CB9FBEDD}" cxnId="{01F0E3BE-C09F-4229-8C48-93541F277E4A}" type="parTrans">
      <dgm:prSet/>
      <dgm:spPr/>
      <dgm:t>
        <a:bodyPr/>
        <a:p>
          <a:endParaRPr lang="zh-CN" altLang="en-US"/>
        </a:p>
      </dgm:t>
    </dgm:pt>
    <dgm:pt modelId="{0FC30822-F791-4477-9BA8-25504EBFECC7}" cxnId="{01F0E3BE-C09F-4229-8C48-93541F277E4A}" type="sibTrans">
      <dgm:prSet/>
      <dgm:spPr/>
      <dgm:t>
        <a:bodyPr/>
        <a:p>
          <a:endParaRPr lang="zh-CN" altLang="en-US"/>
        </a:p>
      </dgm:t>
    </dgm:pt>
    <dgm:pt modelId="{849175CF-F593-437D-924E-CA0E96CBD1E1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系统在文件夹里生成</a:t>
          </a:r>
          <a:r>
            <a:rPr lang="en-US" altLang="zh-CN"/>
            <a:t> xxx.in (</a:t>
          </a:r>
          <a:r>
            <a:rPr lang="zh-CN" altLang="en-US"/>
            <a:t>输入</a:t>
          </a:r>
          <a:r>
            <a:rPr lang="en-US" altLang="zh-CN"/>
            <a:t>) </a:t>
          </a:r>
          <a:r>
            <a:rPr lang="zh-CN" altLang="en-US"/>
            <a:t>和</a:t>
          </a:r>
          <a:r>
            <a:rPr lang="en-US" altLang="zh-CN"/>
            <a:t> xxx.out (</a:t>
          </a:r>
          <a:r>
            <a:rPr lang="zh-CN" altLang="en-US"/>
            <a:t>输出</a:t>
          </a:r>
          <a:r>
            <a:rPr lang="en-US" altLang="zh-CN"/>
            <a:t>)</a:t>
          </a:r>
          <a:r>
            <a:rPr lang="zh-CN" altLang="en-US"/>
            <a:t>。</a:t>
          </a:r>
          <a:r>
            <a:rPr lang="zh-CN" altLang="en-US"/>
            <a:t>你的程序必须打开文件读取</a:t>
          </a:r>
          <a:r>
            <a:rPr lang="zh-CN" altLang="en-US"/>
            <a:t>，</a:t>
          </a:r>
          <a:r>
            <a:rPr lang="zh-CN" altLang="en-US"/>
            <a:t>写入文件保存</a:t>
          </a:r>
          <a:r>
            <a:rPr lang="zh-CN" altLang="en-US"/>
            <a:t/>
          </a:r>
          <a:endParaRPr lang="zh-CN" altLang="en-US"/>
        </a:p>
      </dgm:t>
    </dgm:pt>
    <dgm:pt modelId="{57380257-9F95-43E2-B330-46970CC8990C}" cxnId="{C2844485-C5D8-421A-89EF-36BC72D206B4}" type="parTrans">
      <dgm:prSet/>
      <dgm:spPr/>
      <dgm:t>
        <a:bodyPr/>
        <a:p>
          <a:endParaRPr lang="zh-CN" altLang="en-US"/>
        </a:p>
      </dgm:t>
    </dgm:pt>
    <dgm:pt modelId="{6A3A148F-286C-48E5-8F1A-D937B12918BD}" cxnId="{C2844485-C5D8-421A-89EF-36BC72D206B4}" type="sibTrans">
      <dgm:prSet/>
      <dgm:spPr/>
      <dgm:t>
        <a:bodyPr/>
        <a:p>
          <a:endParaRPr lang="zh-CN" altLang="en-US"/>
        </a:p>
      </dgm:t>
    </dgm:pt>
    <dgm:pt modelId="{BA99965A-2D40-4D79-8990-EDFF24C85EE8}" type="pres">
      <dgm:prSet presAssocID="{8C3DDEC3-4410-4A7B-A08D-B4E39852227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7F4677-56D9-46C1-8D8A-E79069C61FEF}" type="pres">
      <dgm:prSet presAssocID="{F970B406-3137-445F-A047-960BE6F8F548}" presName="root" presStyleCnt="0"/>
      <dgm:spPr/>
    </dgm:pt>
    <dgm:pt modelId="{A0242BD7-40EC-4B30-A4E6-F6CADB9C4AF7}" type="pres">
      <dgm:prSet presAssocID="{F970B406-3137-445F-A047-960BE6F8F548}" presName="rootComposite" presStyleCnt="0"/>
      <dgm:spPr/>
    </dgm:pt>
    <dgm:pt modelId="{F7165120-5FFC-451F-A676-9DCAA5026EF0}" type="pres">
      <dgm:prSet presAssocID="{F970B406-3137-445F-A047-960BE6F8F548}" presName="rootText" presStyleLbl="node1" presStyleIdx="0" presStyleCnt="2"/>
      <dgm:spPr/>
    </dgm:pt>
    <dgm:pt modelId="{76A4EA41-4C04-4672-9E66-C332C13D0A8A}" type="pres">
      <dgm:prSet presAssocID="{F970B406-3137-445F-A047-960BE6F8F548}" presName="rootConnector" presStyleCnt="0"/>
      <dgm:spPr/>
    </dgm:pt>
    <dgm:pt modelId="{F8EA77B5-FD36-4D9F-8881-E02597338EBD}" type="pres">
      <dgm:prSet presAssocID="{F970B406-3137-445F-A047-960BE6F8F548}" presName="childShape" presStyleCnt="0"/>
      <dgm:spPr/>
    </dgm:pt>
    <dgm:pt modelId="{A8F86FA2-285E-4466-A13D-4ECC369B5275}" type="pres">
      <dgm:prSet presAssocID="{0F1D7D4E-BD8E-43C1-8F99-ED496D7A9BB4}" presName="Name13" presStyleLbl="parChTrans1D2" presStyleIdx="0" presStyleCnt="2"/>
      <dgm:spPr/>
    </dgm:pt>
    <dgm:pt modelId="{8402CCB8-5F3F-4B37-9533-2CEF8B977F02}" type="pres">
      <dgm:prSet presAssocID="{2199E590-A466-443A-B43D-5CA7DA30B3AC}" presName="childText" presStyleLbl="bgAcc1" presStyleIdx="0" presStyleCnt="2">
        <dgm:presLayoutVars>
          <dgm:bulletEnabled val="1"/>
        </dgm:presLayoutVars>
      </dgm:prSet>
      <dgm:spPr/>
    </dgm:pt>
    <dgm:pt modelId="{3172787D-DB04-43ED-8026-C65F67B371C2}" type="pres">
      <dgm:prSet presAssocID="{867279BA-BE37-4115-B52A-17E4F0F535FD}" presName="root" presStyleCnt="0"/>
      <dgm:spPr/>
    </dgm:pt>
    <dgm:pt modelId="{5E7B529B-3791-4C92-8A8D-42B5FE64B1B8}" type="pres">
      <dgm:prSet presAssocID="{867279BA-BE37-4115-B52A-17E4F0F535FD}" presName="rootComposite" presStyleCnt="0"/>
      <dgm:spPr/>
    </dgm:pt>
    <dgm:pt modelId="{E3FF03EB-8647-4636-BC5C-E9BEC6C29553}" type="pres">
      <dgm:prSet presAssocID="{867279BA-BE37-4115-B52A-17E4F0F535FD}" presName="rootText" presStyleLbl="node1" presStyleIdx="1" presStyleCnt="2"/>
      <dgm:spPr/>
    </dgm:pt>
    <dgm:pt modelId="{020E4746-3A8C-42B4-AC17-0FB7CA4B2811}" type="pres">
      <dgm:prSet presAssocID="{867279BA-BE37-4115-B52A-17E4F0F535FD}" presName="rootConnector" presStyleCnt="0"/>
      <dgm:spPr/>
    </dgm:pt>
    <dgm:pt modelId="{A994A7C3-AEF7-4426-B7EF-877C67834B7F}" type="pres">
      <dgm:prSet presAssocID="{867279BA-BE37-4115-B52A-17E4F0F535FD}" presName="childShape" presStyleCnt="0"/>
      <dgm:spPr/>
    </dgm:pt>
    <dgm:pt modelId="{3F5EB287-4C34-456C-B985-2B774B3D9EF1}" type="pres">
      <dgm:prSet presAssocID="{57380257-9F95-43E2-B330-46970CC8990C}" presName="Name13" presStyleLbl="parChTrans1D2" presStyleIdx="1" presStyleCnt="2"/>
      <dgm:spPr/>
    </dgm:pt>
    <dgm:pt modelId="{A9454E12-1A81-4CCD-AB01-CC69284C8769}" type="pres">
      <dgm:prSet presAssocID="{849175CF-F593-437D-924E-CA0E96CBD1E1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3CD5A915-E027-45D2-8992-53C05CA9E213}" srcId="{8C3DDEC3-4410-4A7B-A08D-B4E398522276}" destId="{F970B406-3137-445F-A047-960BE6F8F548}" srcOrd="0" destOrd="0" parTransId="{DE9920FC-ADF2-43FC-8D66-AB16E15737FC}" sibTransId="{A6DBE21A-0230-45DE-A17E-9E9D78667511}"/>
    <dgm:cxn modelId="{856A4236-8E02-4E5E-8FE8-646F16AFE25A}" srcId="{F970B406-3137-445F-A047-960BE6F8F548}" destId="{2199E590-A466-443A-B43D-5CA7DA30B3AC}" srcOrd="0" destOrd="0" parTransId="{0F1D7D4E-BD8E-43C1-8F99-ED496D7A9BB4}" sibTransId="{49BEF6ED-1342-41F0-807C-53E1906472B9}"/>
    <dgm:cxn modelId="{01F0E3BE-C09F-4229-8C48-93541F277E4A}" srcId="{8C3DDEC3-4410-4A7B-A08D-B4E398522276}" destId="{867279BA-BE37-4115-B52A-17E4F0F535FD}" srcOrd="1" destOrd="0" parTransId="{1A4FEF92-68C1-469B-A1A1-5D97CB9FBEDD}" sibTransId="{0FC30822-F791-4477-9BA8-25504EBFECC7}"/>
    <dgm:cxn modelId="{C2844485-C5D8-421A-89EF-36BC72D206B4}" srcId="{867279BA-BE37-4115-B52A-17E4F0F535FD}" destId="{849175CF-F593-437D-924E-CA0E96CBD1E1}" srcOrd="0" destOrd="1" parTransId="{57380257-9F95-43E2-B330-46970CC8990C}" sibTransId="{6A3A148F-286C-48E5-8F1A-D937B12918BD}"/>
    <dgm:cxn modelId="{C76E2458-CDA9-4E84-A65A-1D04AE36AA98}" type="presOf" srcId="{8C3DDEC3-4410-4A7B-A08D-B4E398522276}" destId="{BA99965A-2D40-4D79-8990-EDFF24C85EE8}" srcOrd="0" destOrd="0" presId="urn:microsoft.com/office/officeart/2005/8/layout/hierarchy3"/>
    <dgm:cxn modelId="{6443B22E-1C5A-44E4-BFB2-CEEE171C895F}" type="presParOf" srcId="{BA99965A-2D40-4D79-8990-EDFF24C85EE8}" destId="{687F4677-56D9-46C1-8D8A-E79069C61FEF}" srcOrd="0" destOrd="0" presId="urn:microsoft.com/office/officeart/2005/8/layout/hierarchy3"/>
    <dgm:cxn modelId="{E6A9833E-786F-4696-9C5F-6EDB637AA40E}" type="presParOf" srcId="{687F4677-56D9-46C1-8D8A-E79069C61FEF}" destId="{A0242BD7-40EC-4B30-A4E6-F6CADB9C4AF7}" srcOrd="0" destOrd="0" presId="urn:microsoft.com/office/officeart/2005/8/layout/hierarchy3"/>
    <dgm:cxn modelId="{6230E255-D228-42D6-ACCA-1A0AFF9DA6A5}" type="presOf" srcId="{F970B406-3137-445F-A047-960BE6F8F548}" destId="{A0242BD7-40EC-4B30-A4E6-F6CADB9C4AF7}" srcOrd="0" destOrd="0" presId="urn:microsoft.com/office/officeart/2005/8/layout/hierarchy3"/>
    <dgm:cxn modelId="{4708267F-4F75-475D-A2B7-D0F029219294}" type="presParOf" srcId="{A0242BD7-40EC-4B30-A4E6-F6CADB9C4AF7}" destId="{F7165120-5FFC-451F-A676-9DCAA5026EF0}" srcOrd="0" destOrd="0" presId="urn:microsoft.com/office/officeart/2005/8/layout/hierarchy3"/>
    <dgm:cxn modelId="{7B43770C-31B9-492D-A30F-FAC0FDECC573}" type="presOf" srcId="{F970B406-3137-445F-A047-960BE6F8F548}" destId="{F7165120-5FFC-451F-A676-9DCAA5026EF0}" srcOrd="0" destOrd="0" presId="urn:microsoft.com/office/officeart/2005/8/layout/hierarchy3"/>
    <dgm:cxn modelId="{26C61869-9667-44B1-8EA2-459AD35C1E4E}" type="presParOf" srcId="{A0242BD7-40EC-4B30-A4E6-F6CADB9C4AF7}" destId="{76A4EA41-4C04-4672-9E66-C332C13D0A8A}" srcOrd="1" destOrd="0" presId="urn:microsoft.com/office/officeart/2005/8/layout/hierarchy3"/>
    <dgm:cxn modelId="{698CCBF2-BEA2-4943-B31F-FD90133DBC74}" type="presOf" srcId="{F970B406-3137-445F-A047-960BE6F8F548}" destId="{76A4EA41-4C04-4672-9E66-C332C13D0A8A}" srcOrd="0" destOrd="0" presId="urn:microsoft.com/office/officeart/2005/8/layout/hierarchy3"/>
    <dgm:cxn modelId="{76C2A372-5CED-40F6-AC1C-8A4AAD3C31B2}" type="presParOf" srcId="{687F4677-56D9-46C1-8D8A-E79069C61FEF}" destId="{F8EA77B5-FD36-4D9F-8881-E02597338EBD}" srcOrd="1" destOrd="0" presId="urn:microsoft.com/office/officeart/2005/8/layout/hierarchy3"/>
    <dgm:cxn modelId="{6FEA1437-5866-48E0-AB19-2EB4F273AB96}" type="presParOf" srcId="{F8EA77B5-FD36-4D9F-8881-E02597338EBD}" destId="{A8F86FA2-285E-4466-A13D-4ECC369B5275}" srcOrd="0" destOrd="1" presId="urn:microsoft.com/office/officeart/2005/8/layout/hierarchy3"/>
    <dgm:cxn modelId="{DD6CF145-A7B7-4325-85B4-614EB86297C6}" type="presOf" srcId="{0F1D7D4E-BD8E-43C1-8F99-ED496D7A9BB4}" destId="{A8F86FA2-285E-4466-A13D-4ECC369B5275}" srcOrd="0" destOrd="0" presId="urn:microsoft.com/office/officeart/2005/8/layout/hierarchy3"/>
    <dgm:cxn modelId="{AFF1689C-7D43-4059-87E1-58E3093AE9F4}" type="presParOf" srcId="{F8EA77B5-FD36-4D9F-8881-E02597338EBD}" destId="{8402CCB8-5F3F-4B37-9533-2CEF8B977F02}" srcOrd="1" destOrd="1" presId="urn:microsoft.com/office/officeart/2005/8/layout/hierarchy3"/>
    <dgm:cxn modelId="{31E46A3E-FDEF-442C-84A3-134276E4D90F}" type="presOf" srcId="{2199E590-A466-443A-B43D-5CA7DA30B3AC}" destId="{8402CCB8-5F3F-4B37-9533-2CEF8B977F02}" srcOrd="0" destOrd="0" presId="urn:microsoft.com/office/officeart/2005/8/layout/hierarchy3"/>
    <dgm:cxn modelId="{E4D6C143-B113-432B-9A20-7B65A040744F}" type="presParOf" srcId="{BA99965A-2D40-4D79-8990-EDFF24C85EE8}" destId="{3172787D-DB04-43ED-8026-C65F67B371C2}" srcOrd="1" destOrd="0" presId="urn:microsoft.com/office/officeart/2005/8/layout/hierarchy3"/>
    <dgm:cxn modelId="{0B0EEC84-71AD-4D67-B2A6-CD42068AAC17}" type="presParOf" srcId="{3172787D-DB04-43ED-8026-C65F67B371C2}" destId="{5E7B529B-3791-4C92-8A8D-42B5FE64B1B8}" srcOrd="0" destOrd="1" presId="urn:microsoft.com/office/officeart/2005/8/layout/hierarchy3"/>
    <dgm:cxn modelId="{8E93500E-5A76-43B1-BC18-5EFB3FE61DAE}" type="presOf" srcId="{867279BA-BE37-4115-B52A-17E4F0F535FD}" destId="{5E7B529B-3791-4C92-8A8D-42B5FE64B1B8}" srcOrd="0" destOrd="0" presId="urn:microsoft.com/office/officeart/2005/8/layout/hierarchy3"/>
    <dgm:cxn modelId="{B27CC57A-F420-4095-9F1C-347182FBCF8A}" type="presParOf" srcId="{5E7B529B-3791-4C92-8A8D-42B5FE64B1B8}" destId="{E3FF03EB-8647-4636-BC5C-E9BEC6C29553}" srcOrd="0" destOrd="0" presId="urn:microsoft.com/office/officeart/2005/8/layout/hierarchy3"/>
    <dgm:cxn modelId="{0C62FB55-2F56-41CF-86F6-E71482A241CE}" type="presOf" srcId="{867279BA-BE37-4115-B52A-17E4F0F535FD}" destId="{E3FF03EB-8647-4636-BC5C-E9BEC6C29553}" srcOrd="0" destOrd="0" presId="urn:microsoft.com/office/officeart/2005/8/layout/hierarchy3"/>
    <dgm:cxn modelId="{54BEC72A-3AEC-40B7-B7EE-BFA3B795B48E}" type="presParOf" srcId="{5E7B529B-3791-4C92-8A8D-42B5FE64B1B8}" destId="{020E4746-3A8C-42B4-AC17-0FB7CA4B2811}" srcOrd="1" destOrd="0" presId="urn:microsoft.com/office/officeart/2005/8/layout/hierarchy3"/>
    <dgm:cxn modelId="{C1CDA7BB-B948-4214-BD9C-50DC553FC0A0}" type="presOf" srcId="{867279BA-BE37-4115-B52A-17E4F0F535FD}" destId="{020E4746-3A8C-42B4-AC17-0FB7CA4B2811}" srcOrd="0" destOrd="0" presId="urn:microsoft.com/office/officeart/2005/8/layout/hierarchy3"/>
    <dgm:cxn modelId="{1953D696-2180-4CB9-9347-B9F0B137C6D6}" type="presParOf" srcId="{3172787D-DB04-43ED-8026-C65F67B371C2}" destId="{A994A7C3-AEF7-4426-B7EF-877C67834B7F}" srcOrd="1" destOrd="1" presId="urn:microsoft.com/office/officeart/2005/8/layout/hierarchy3"/>
    <dgm:cxn modelId="{CEB3AF77-8FA4-47CB-AE84-064BBA61AE49}" type="presParOf" srcId="{A994A7C3-AEF7-4426-B7EF-877C67834B7F}" destId="{3F5EB287-4C34-456C-B985-2B774B3D9EF1}" srcOrd="0" destOrd="1" presId="urn:microsoft.com/office/officeart/2005/8/layout/hierarchy3"/>
    <dgm:cxn modelId="{15847F73-3CED-4A93-9EE9-3D558931C6E7}" type="presOf" srcId="{57380257-9F95-43E2-B330-46970CC8990C}" destId="{3F5EB287-4C34-456C-B985-2B774B3D9EF1}" srcOrd="0" destOrd="0" presId="urn:microsoft.com/office/officeart/2005/8/layout/hierarchy3"/>
    <dgm:cxn modelId="{CF1806B9-0DD0-485C-AAEE-2BF76D91E527}" type="presParOf" srcId="{A994A7C3-AEF7-4426-B7EF-877C67834B7F}" destId="{A9454E12-1A81-4CCD-AB01-CC69284C8769}" srcOrd="1" destOrd="1" presId="urn:microsoft.com/office/officeart/2005/8/layout/hierarchy3"/>
    <dgm:cxn modelId="{0A302353-3681-402A-B577-ACB6B41A6141}" type="presOf" srcId="{849175CF-F593-437D-924E-CA0E96CBD1E1}" destId="{A9454E12-1A81-4CCD-AB01-CC69284C8769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7372985" cy="4518025"/>
        <a:chOff x="0" y="0"/>
        <a:chExt cx="7372985" cy="4518025"/>
      </a:xfrm>
    </dsp:grpSpPr>
    <dsp:sp modelId="{F8D49E38-B053-4501-BD89-EB8E5A6A61CD}">
      <dsp:nvSpPr>
        <dsp:cNvPr id="3" name="矩形 2"/>
        <dsp:cNvSpPr/>
      </dsp:nvSpPr>
      <dsp:spPr bwMode="white">
        <a:xfrm>
          <a:off x="1561301" y="531298"/>
          <a:ext cx="1992367" cy="1328909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5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0" tIns="120904" rIns="120904" bIns="120904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笔试</a:t>
          </a:r>
          <a:r>
            <a:rPr lang="zh-CN" altLang="en-US">
              <a:solidFill>
                <a:schemeClr val="dk1"/>
              </a:solidFill>
            </a:rPr>
            <a:t>（</a:t>
          </a:r>
          <a:r>
            <a:rPr lang="zh-CN" altLang="en-US">
              <a:solidFill>
                <a:schemeClr val="dk1"/>
              </a:solidFill>
            </a:rPr>
            <a:t>选择题</a:t>
          </a:r>
          <a:r>
            <a:rPr lang="en-US" altLang="zh-CN">
              <a:solidFill>
                <a:schemeClr val="dk1"/>
              </a:solidFill>
            </a:rPr>
            <a:t> + </a:t>
          </a:r>
          <a:r>
            <a:rPr lang="zh-CN" altLang="en-US">
              <a:solidFill>
                <a:schemeClr val="dk1"/>
              </a:solidFill>
            </a:rPr>
            <a:t>阅读程序</a:t>
          </a:r>
          <a:r>
            <a:rPr lang="en-US" altLang="zh-CN">
              <a:solidFill>
                <a:schemeClr val="dk1"/>
              </a:solidFill>
            </a:rPr>
            <a:t> + </a:t>
          </a:r>
          <a:r>
            <a:rPr lang="zh-CN" altLang="en-US">
              <a:solidFill>
                <a:schemeClr val="dk1"/>
              </a:solidFill>
            </a:rPr>
            <a:t>完善程序</a:t>
          </a:r>
          <a:r>
            <a:rPr lang="zh-CN" altLang="en-US">
              <a:solidFill>
                <a:schemeClr val="dk1"/>
              </a:solidFill>
            </a:rPr>
            <a:t>）</a:t>
          </a:r>
          <a:endParaRPr lang="zh-CN" altLang="en-US">
            <a:solidFill>
              <a:schemeClr val="dk1"/>
            </a:solidFill>
          </a:endParaRPr>
        </a:p>
      </dsp:txBody>
      <dsp:txXfrm>
        <a:off x="1561301" y="531298"/>
        <a:ext cx="1992367" cy="1328909"/>
      </dsp:txXfrm>
    </dsp:sp>
    <dsp:sp modelId="{01119332-89A2-4784-81C1-FF89BAFEA3B2}">
      <dsp:nvSpPr>
        <dsp:cNvPr id="4" name="矩形 3"/>
        <dsp:cNvSpPr/>
      </dsp:nvSpPr>
      <dsp:spPr bwMode="white">
        <a:xfrm>
          <a:off x="1561301" y="1860207"/>
          <a:ext cx="1992367" cy="1328909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1488000"/>
            <a:satOff val="-2587"/>
            <a:lumOff val="-313"/>
            <a:alpha val="90196"/>
          </a:schemeClr>
        </a:lnRef>
        <a:fillRef idx="1">
          <a:schemeClr val="accent5">
            <a:tint val="40000"/>
            <a:alpha val="90000"/>
            <a:hueOff val="-1488000"/>
            <a:satOff val="-2587"/>
            <a:lumOff val="-313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0" tIns="120904" rIns="120904" bIns="120904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考察计算机基础知识</a:t>
          </a:r>
          <a:r>
            <a:rPr lang="zh-CN" altLang="en-US">
              <a:solidFill>
                <a:schemeClr val="dk1"/>
              </a:solidFill>
            </a:rPr>
            <a:t>、</a:t>
          </a:r>
          <a:r>
            <a:rPr lang="zh-CN" altLang="en-US">
              <a:solidFill>
                <a:schemeClr val="dk1"/>
              </a:solidFill>
            </a:rPr>
            <a:t>数学逻辑</a:t>
          </a:r>
          <a:r>
            <a:rPr lang="zh-CN" altLang="en-US">
              <a:solidFill>
                <a:schemeClr val="dk1"/>
              </a:solidFill>
            </a:rPr>
            <a:t>、</a:t>
          </a:r>
          <a:r>
            <a:rPr lang="zh-CN" altLang="en-US">
              <a:solidFill>
                <a:schemeClr val="dk1"/>
              </a:solidFill>
            </a:rPr>
            <a:t>代码阅读能力</a:t>
          </a:r>
          <a:endParaRPr lang="zh-CN" altLang="en-US">
            <a:solidFill>
              <a:schemeClr val="dk1"/>
            </a:solidFill>
          </a:endParaRPr>
        </a:p>
      </dsp:txBody>
      <dsp:txXfrm>
        <a:off x="1561301" y="1860207"/>
        <a:ext cx="1992367" cy="1328909"/>
      </dsp:txXfrm>
    </dsp:sp>
    <dsp:sp modelId="{AD5E3374-966C-4B12-967D-149022227C5C}">
      <dsp:nvSpPr>
        <dsp:cNvPr id="9" name="矩形 8"/>
        <dsp:cNvSpPr/>
      </dsp:nvSpPr>
      <dsp:spPr bwMode="white">
        <a:xfrm>
          <a:off x="1561301" y="3189116"/>
          <a:ext cx="1992367" cy="1328909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2976000"/>
            <a:satOff val="-5175"/>
            <a:lumOff val="-626"/>
            <a:alpha val="90196"/>
          </a:schemeClr>
        </a:lnRef>
        <a:fillRef idx="1">
          <a:schemeClr val="accent5">
            <a:tint val="40000"/>
            <a:alpha val="90000"/>
            <a:hueOff val="-2976000"/>
            <a:satOff val="-5175"/>
            <a:lumOff val="-626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0" tIns="120904" rIns="120904" bIns="120904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通常各省不同</a:t>
          </a:r>
          <a:r>
            <a:rPr lang="zh-CN" altLang="en-US">
              <a:solidFill>
                <a:schemeClr val="dk1"/>
              </a:solidFill>
            </a:rPr>
            <a:t>，</a:t>
          </a:r>
          <a:r>
            <a:rPr lang="zh-CN" altLang="en-US">
              <a:solidFill>
                <a:schemeClr val="dk1"/>
              </a:solidFill>
            </a:rPr>
            <a:t>约</a:t>
          </a:r>
          <a:r>
            <a:rPr lang="en-US" altLang="zh-CN">
              <a:solidFill>
                <a:schemeClr val="dk1"/>
              </a:solidFill>
            </a:rPr>
            <a:t> 50-60 </a:t>
          </a:r>
          <a:r>
            <a:rPr lang="zh-CN" altLang="en-US">
              <a:solidFill>
                <a:schemeClr val="dk1"/>
              </a:solidFill>
            </a:rPr>
            <a:t>分</a:t>
          </a:r>
          <a:r>
            <a:rPr lang="zh-CN" altLang="en-US">
              <a:solidFill>
                <a:schemeClr val="dk1"/>
              </a:solidFill>
            </a:rPr>
            <a:t>（</a:t>
          </a:r>
          <a:r>
            <a:rPr lang="zh-CN" altLang="en-US">
              <a:solidFill>
                <a:schemeClr val="dk1"/>
              </a:solidFill>
            </a:rPr>
            <a:t>满分</a:t>
          </a:r>
          <a:r>
            <a:rPr lang="en-US" altLang="zh-CN">
              <a:solidFill>
                <a:schemeClr val="dk1"/>
              </a:solidFill>
            </a:rPr>
            <a:t> 100</a:t>
          </a:r>
          <a:r>
            <a:rPr lang="zh-CN" altLang="en-US">
              <a:solidFill>
                <a:schemeClr val="dk1"/>
              </a:solidFill>
            </a:rPr>
            <a:t>），</a:t>
          </a:r>
          <a:r>
            <a:rPr lang="zh-CN" altLang="en-US">
              <a:solidFill>
                <a:schemeClr val="dk1"/>
              </a:solidFill>
            </a:rPr>
            <a:t>过了才能进复赛</a:t>
          </a:r>
          <a:endParaRPr altLang="en-US">
            <a:solidFill>
              <a:schemeClr val="dk1"/>
            </a:solidFill>
          </a:endParaRPr>
        </a:p>
      </dsp:txBody>
      <dsp:txXfrm>
        <a:off x="1561301" y="3189116"/>
        <a:ext cx="1992367" cy="1328909"/>
      </dsp:txXfrm>
    </dsp:sp>
    <dsp:sp modelId="{92447B8B-B043-4F04-A3B7-D0DE831D4431}">
      <dsp:nvSpPr>
        <dsp:cNvPr id="5" name="椭圆 4"/>
        <dsp:cNvSpPr/>
      </dsp:nvSpPr>
      <dsp:spPr bwMode="white">
        <a:xfrm>
          <a:off x="498705" y="0"/>
          <a:ext cx="1328245" cy="132824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5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0" tIns="0" rIns="0" bIns="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初赛</a:t>
          </a:r>
          <a:endParaRPr lang="zh-CN" altLang="en-US"/>
        </a:p>
      </dsp:txBody>
      <dsp:txXfrm>
        <a:off x="498705" y="0"/>
        <a:ext cx="1328245" cy="1328245"/>
      </dsp:txXfrm>
    </dsp:sp>
    <dsp:sp modelId="{B4EA86C9-9645-41DF-AB1C-E026D8E8F43F}">
      <dsp:nvSpPr>
        <dsp:cNvPr id="6" name="矩形 5"/>
        <dsp:cNvSpPr/>
      </dsp:nvSpPr>
      <dsp:spPr bwMode="white">
        <a:xfrm>
          <a:off x="4881913" y="531298"/>
          <a:ext cx="1992367" cy="1328909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4463999"/>
            <a:satOff val="-7764"/>
            <a:lumOff val="-940"/>
            <a:alpha val="90196"/>
          </a:schemeClr>
        </a:lnRef>
        <a:fillRef idx="1">
          <a:schemeClr val="accent5">
            <a:tint val="40000"/>
            <a:alpha val="90000"/>
            <a:hueOff val="-4463999"/>
            <a:satOff val="-7764"/>
            <a:lumOff val="-94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0" tIns="120904" rIns="120904" bIns="120904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上机编程</a:t>
          </a:r>
          <a:r>
            <a:rPr lang="zh-CN" altLang="en-US">
              <a:solidFill>
                <a:schemeClr val="dk1"/>
              </a:solidFill>
            </a:rPr>
            <a:t>（</a:t>
          </a:r>
          <a:r>
            <a:rPr lang="en-US" altLang="zh-CN">
              <a:solidFill>
                <a:schemeClr val="dk1"/>
              </a:solidFill>
            </a:rPr>
            <a:t>4 </a:t>
          </a:r>
          <a:r>
            <a:rPr lang="zh-CN" altLang="en-US">
              <a:solidFill>
                <a:schemeClr val="dk1"/>
              </a:solidFill>
            </a:rPr>
            <a:t>道题</a:t>
          </a:r>
          <a:r>
            <a:rPr lang="zh-CN" altLang="en-US">
              <a:solidFill>
                <a:schemeClr val="dk1"/>
              </a:solidFill>
            </a:rPr>
            <a:t>，</a:t>
          </a:r>
          <a:r>
            <a:rPr lang="en-US" altLang="zh-CN">
              <a:solidFill>
                <a:schemeClr val="dk1"/>
              </a:solidFill>
            </a:rPr>
            <a:t>4 </a:t>
          </a:r>
          <a:r>
            <a:rPr lang="zh-CN" altLang="en-US">
              <a:solidFill>
                <a:schemeClr val="dk1"/>
              </a:solidFill>
            </a:rPr>
            <a:t>小时</a:t>
          </a:r>
          <a:r>
            <a:rPr lang="zh-CN" altLang="en-US">
              <a:solidFill>
                <a:schemeClr val="dk1"/>
              </a:solidFill>
            </a:rPr>
            <a:t>）</a:t>
          </a:r>
          <a:endParaRPr lang="zh-CN" altLang="en-US">
            <a:solidFill>
              <a:schemeClr val="dk1"/>
            </a:solidFill>
          </a:endParaRPr>
        </a:p>
      </dsp:txBody>
      <dsp:txXfrm>
        <a:off x="4881913" y="531298"/>
        <a:ext cx="1992367" cy="1328909"/>
      </dsp:txXfrm>
    </dsp:sp>
    <dsp:sp modelId="{9C36922A-5FA7-4B49-8BAB-B4B99DE5740F}">
      <dsp:nvSpPr>
        <dsp:cNvPr id="7" name="矩形 6"/>
        <dsp:cNvSpPr/>
      </dsp:nvSpPr>
      <dsp:spPr bwMode="white">
        <a:xfrm>
          <a:off x="4881913" y="1860207"/>
          <a:ext cx="1992367" cy="1328909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5952000"/>
            <a:satOff val="-10352"/>
            <a:lumOff val="-1254"/>
            <a:alpha val="90196"/>
          </a:schemeClr>
        </a:lnRef>
        <a:fillRef idx="1">
          <a:schemeClr val="accent5">
            <a:tint val="40000"/>
            <a:alpha val="90000"/>
            <a:hueOff val="-5952000"/>
            <a:satOff val="-10352"/>
            <a:lumOff val="-1254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0" tIns="120904" rIns="120904" bIns="120904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考察算法设计</a:t>
          </a:r>
          <a:r>
            <a:rPr lang="zh-CN" altLang="en-US">
              <a:solidFill>
                <a:schemeClr val="dk1"/>
              </a:solidFill>
            </a:rPr>
            <a:t>、</a:t>
          </a:r>
          <a:r>
            <a:rPr lang="zh-CN" altLang="en-US">
              <a:solidFill>
                <a:schemeClr val="dk1"/>
              </a:solidFill>
            </a:rPr>
            <a:t>代码实现</a:t>
          </a:r>
          <a:r>
            <a:rPr lang="zh-CN" altLang="en-US">
              <a:solidFill>
                <a:schemeClr val="dk1"/>
              </a:solidFill>
            </a:rPr>
            <a:t>、</a:t>
          </a:r>
          <a:r>
            <a:rPr lang="zh-CN" altLang="en-US">
              <a:solidFill>
                <a:schemeClr val="dk1"/>
              </a:solidFill>
            </a:rPr>
            <a:t>调试能力</a:t>
          </a:r>
          <a:endParaRPr lang="zh-CN" altLang="en-US">
            <a:solidFill>
              <a:schemeClr val="dk1"/>
            </a:solidFill>
          </a:endParaRPr>
        </a:p>
      </dsp:txBody>
      <dsp:txXfrm>
        <a:off x="4881913" y="1860207"/>
        <a:ext cx="1992367" cy="1328909"/>
      </dsp:txXfrm>
    </dsp:sp>
    <dsp:sp modelId="{5560AB7B-0736-4EC6-BE7C-AE7F8EF11D2C}">
      <dsp:nvSpPr>
        <dsp:cNvPr id="10" name="矩形 9"/>
        <dsp:cNvSpPr/>
      </dsp:nvSpPr>
      <dsp:spPr bwMode="white">
        <a:xfrm>
          <a:off x="4881913" y="3189116"/>
          <a:ext cx="1992367" cy="1328909"/>
        </a:xfrm>
        <a:prstGeom prst="rect">
          <a:avLst/>
        </a:prstGeom>
      </dsp:spPr>
      <dsp:style>
        <a:lnRef idx="2">
          <a:schemeClr val="accent5">
            <a:tint val="40000"/>
            <a:alpha val="90000"/>
            <a:hueOff val="-7440000"/>
            <a:satOff val="-12940"/>
            <a:lumOff val="-1568"/>
            <a:alpha val="90196"/>
          </a:schemeClr>
        </a:lnRef>
        <a:fillRef idx="1">
          <a:schemeClr val="accent5">
            <a:tint val="40000"/>
            <a:alpha val="90000"/>
            <a:hueOff val="-7440000"/>
            <a:satOff val="-12940"/>
            <a:lumOff val="-1568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0" tIns="120904" rIns="120904" bIns="120904" anchor="ctr"/>
        <a:lstStyle>
          <a:lvl1pPr algn="l">
            <a:defRPr sz="1700"/>
          </a:lvl1pPr>
          <a:lvl2pPr marL="114300" indent="-114300" algn="l">
            <a:defRPr sz="1300"/>
          </a:lvl2pPr>
          <a:lvl3pPr marL="228600" indent="-114300" algn="l">
            <a:defRPr sz="1300"/>
          </a:lvl3pPr>
          <a:lvl4pPr marL="342900" indent="-114300" algn="l">
            <a:defRPr sz="1300"/>
          </a:lvl4pPr>
          <a:lvl5pPr marL="457200" indent="-114300" algn="l">
            <a:defRPr sz="1300"/>
          </a:lvl5pPr>
          <a:lvl6pPr marL="571500" indent="-114300" algn="l">
            <a:defRPr sz="1300"/>
          </a:lvl6pPr>
          <a:lvl7pPr marL="685800" indent="-114300" algn="l">
            <a:defRPr sz="1300"/>
          </a:lvl7pPr>
          <a:lvl8pPr marL="800100" indent="-114300" algn="l">
            <a:defRPr sz="1300"/>
          </a:lvl8pPr>
          <a:lvl9pPr marL="914400" indent="-114300" algn="l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黑盒测试</a:t>
          </a:r>
          <a:r>
            <a:rPr lang="zh-CN" altLang="en-US">
              <a:solidFill>
                <a:schemeClr val="dk1"/>
              </a:solidFill>
            </a:rPr>
            <a:t>，</a:t>
          </a:r>
          <a:r>
            <a:rPr lang="zh-CN" altLang="en-US">
              <a:solidFill>
                <a:schemeClr val="dk1"/>
              </a:solidFill>
            </a:rPr>
            <a:t>按通过的数据点给分</a:t>
          </a:r>
          <a:r>
            <a:rPr lang="zh-CN" altLang="en-US">
              <a:solidFill>
                <a:schemeClr val="dk1"/>
              </a:solidFill>
            </a:rPr>
            <a:t>（</a:t>
          </a:r>
          <a:r>
            <a:rPr lang="en-US" altLang="zh-CN">
              <a:solidFill>
                <a:schemeClr val="dk1"/>
              </a:solidFill>
            </a:rPr>
            <a:t>0-100 </a:t>
          </a:r>
          <a:r>
            <a:rPr lang="zh-CN" altLang="en-US">
              <a:solidFill>
                <a:schemeClr val="dk1"/>
              </a:solidFill>
            </a:rPr>
            <a:t>分</a:t>
          </a:r>
          <a:r>
            <a:rPr lang="en-US" altLang="zh-CN">
              <a:solidFill>
                <a:schemeClr val="dk1"/>
              </a:solidFill>
            </a:rPr>
            <a:t>/</a:t>
          </a:r>
          <a:r>
            <a:rPr lang="zh-CN" altLang="en-US">
              <a:solidFill>
                <a:schemeClr val="dk1"/>
              </a:solidFill>
            </a:rPr>
            <a:t>题</a:t>
          </a:r>
          <a:r>
            <a:rPr lang="zh-CN" altLang="en-US">
              <a:solidFill>
                <a:schemeClr val="dk1"/>
              </a:solidFill>
            </a:rPr>
            <a:t>）</a:t>
          </a:r>
          <a:endParaRPr altLang="en-US">
            <a:solidFill>
              <a:schemeClr val="dk1"/>
            </a:solidFill>
          </a:endParaRPr>
        </a:p>
      </dsp:txBody>
      <dsp:txXfrm>
        <a:off x="4881913" y="3189116"/>
        <a:ext cx="1992367" cy="1328909"/>
      </dsp:txXfrm>
    </dsp:sp>
    <dsp:sp modelId="{789C2E5F-53BE-4B9F-8B8F-155498EB6E4B}">
      <dsp:nvSpPr>
        <dsp:cNvPr id="8" name="椭圆 7"/>
        <dsp:cNvSpPr/>
      </dsp:nvSpPr>
      <dsp:spPr bwMode="white">
        <a:xfrm>
          <a:off x="3819317" y="0"/>
          <a:ext cx="1328245" cy="1328245"/>
        </a:xfrm>
        <a:prstGeom prst="ellipse">
          <a:avLst/>
        </a:prstGeom>
      </dsp:spPr>
      <dsp:style>
        <a:lnRef idx="2">
          <a:schemeClr val="lt1"/>
        </a:lnRef>
        <a:fillRef idx="1">
          <a:schemeClr val="accent5">
            <a:hueOff val="-7380000"/>
            <a:satOff val="-10195"/>
            <a:lumOff val="-392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0" tIns="0" rIns="0" bIns="0" anchor="ctr"/>
        <a:lstStyle>
          <a:lvl1pPr algn="ctr">
            <a:defRPr sz="3600"/>
          </a:lvl1pPr>
          <a:lvl2pPr marL="285750" indent="-285750" algn="ctr">
            <a:defRPr sz="2800"/>
          </a:lvl2pPr>
          <a:lvl3pPr marL="571500" indent="-285750" algn="ctr">
            <a:defRPr sz="2800"/>
          </a:lvl3pPr>
          <a:lvl4pPr marL="857250" indent="-285750" algn="ctr">
            <a:defRPr sz="2800"/>
          </a:lvl4pPr>
          <a:lvl5pPr marL="1143000" indent="-285750" algn="ctr">
            <a:defRPr sz="2800"/>
          </a:lvl5pPr>
          <a:lvl6pPr marL="1428750" indent="-285750" algn="ctr">
            <a:defRPr sz="2800"/>
          </a:lvl6pPr>
          <a:lvl7pPr marL="1714500" indent="-285750" algn="ctr">
            <a:defRPr sz="2800"/>
          </a:lvl7pPr>
          <a:lvl8pPr marL="2000250" indent="-285750" algn="ctr">
            <a:defRPr sz="2800"/>
          </a:lvl8pPr>
          <a:lvl9pPr marL="2286000" indent="-285750" algn="ctr">
            <a:defRPr sz="2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复赛</a:t>
          </a:r>
          <a:endParaRPr lang="zh-CN" altLang="en-US"/>
        </a:p>
      </dsp:txBody>
      <dsp:txXfrm>
        <a:off x="3819317" y="0"/>
        <a:ext cx="1328245" cy="13282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624320" cy="4416425"/>
        <a:chOff x="0" y="0"/>
        <a:chExt cx="6624320" cy="4416425"/>
      </a:xfrm>
    </dsp:grpSpPr>
    <dsp:sp modelId="{E561ED5B-86C5-4F33-9AFB-CF29287F5ADA}">
      <dsp:nvSpPr>
        <dsp:cNvPr id="3" name="流程图: 手动操作 2"/>
        <dsp:cNvSpPr/>
      </dsp:nvSpPr>
      <dsp:spPr bwMode="white">
        <a:xfrm rot="-5400000">
          <a:off x="-1085616" y="1085616"/>
          <a:ext cx="4416425" cy="2245194"/>
        </a:xfrm>
        <a:prstGeom prst="flowChartManualOperation">
          <a:avLst/>
        </a:prstGeom>
      </dsp:spPr>
      <dsp:style>
        <a:lnRef idx="0">
          <a:schemeClr val="lt1"/>
        </a:lnRef>
        <a:fillRef idx="3">
          <a:schemeClr val="accent5">
            <a:hueOff val="0"/>
            <a:satOff val="0"/>
            <a:lumOff val="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5400000" vert="horz" wrap="square" lIns="177800" tIns="0" rIns="35560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800" b="1"/>
            <a:t>CPU</a:t>
          </a:r>
          <a:endParaRPr lang="zh-CN" altLang="en-US" sz="2800" b="1"/>
        </a:p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/>
            <a:t>大脑</a:t>
          </a:r>
          <a:r>
            <a:rPr lang="zh-CN" altLang="en-US" sz="2000"/>
            <a:t>，</a:t>
          </a:r>
          <a:r>
            <a:rPr lang="zh-CN" altLang="en-US" sz="2000"/>
            <a:t>负责运算和控制</a:t>
          </a:r>
          <a:endParaRPr lang="zh-CN" altLang="en-US" sz="2000"/>
        </a:p>
      </dsp:txBody>
      <dsp:txXfrm rot="-5400000">
        <a:off x="-1085616" y="1085616"/>
        <a:ext cx="4416425" cy="2245194"/>
      </dsp:txXfrm>
    </dsp:sp>
    <dsp:sp modelId="{CB90536C-45AA-4FBE-BCAF-99890DDD97C8}">
      <dsp:nvSpPr>
        <dsp:cNvPr id="4" name="流程图: 手动操作 3"/>
        <dsp:cNvSpPr/>
      </dsp:nvSpPr>
      <dsp:spPr bwMode="white">
        <a:xfrm rot="-5400000">
          <a:off x="1201128" y="1171232"/>
          <a:ext cx="4416425" cy="2073961"/>
        </a:xfrm>
        <a:prstGeom prst="flowChartManualOperation">
          <a:avLst/>
        </a:prstGeom>
      </dsp:spPr>
      <dsp:style>
        <a:lnRef idx="0">
          <a:schemeClr val="lt1"/>
        </a:lnRef>
        <a:fillRef idx="3">
          <a:schemeClr val="accent5">
            <a:hueOff val="-3690000"/>
            <a:satOff val="-5097"/>
            <a:lumOff val="-1960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5400000" vert="horz" wrap="square" lIns="177800" tIns="0" rIns="35560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 b="1">
              <a:sym typeface="+mn-ea"/>
            </a:rPr>
            <a:t>内存</a:t>
          </a:r>
          <a:r>
            <a:rPr lang="en-US" altLang="zh-CN" sz="2800" b="1">
              <a:sym typeface="+mn-ea"/>
            </a:rPr>
            <a:t> (RAM)</a:t>
          </a:r>
          <a:endParaRPr lang="zh-CN" altLang="en-US" sz="2800" b="1"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000"/>
            <a:t>短期记忆</a:t>
          </a:r>
          <a:r>
            <a:rPr lang="zh-CN" altLang="en-US" sz="2000"/>
            <a:t>，</a:t>
          </a:r>
          <a:r>
            <a:rPr lang="zh-CN" altLang="en-US" sz="2000"/>
            <a:t>断电数据丢失</a:t>
          </a:r>
          <a:r>
            <a:rPr lang="zh-CN" altLang="en-US" sz="2000"/>
            <a:t>，</a:t>
          </a:r>
          <a:r>
            <a:rPr lang="zh-CN" altLang="en-US" sz="2000"/>
            <a:t>速度快</a:t>
          </a:r>
          <a:endParaRPr lang="zh-CN" altLang="en-US" sz="2000"/>
        </a:p>
      </dsp:txBody>
      <dsp:txXfrm rot="-5400000">
        <a:off x="1201128" y="1171232"/>
        <a:ext cx="4416425" cy="2073961"/>
      </dsp:txXfrm>
    </dsp:sp>
    <dsp:sp modelId="{35A89FA7-451D-44F0-A02E-1277ECD1BBE6}">
      <dsp:nvSpPr>
        <dsp:cNvPr id="5" name="流程图: 手动操作 4"/>
        <dsp:cNvSpPr/>
      </dsp:nvSpPr>
      <dsp:spPr bwMode="white">
        <a:xfrm rot="-5400000">
          <a:off x="3390691" y="1182796"/>
          <a:ext cx="4416425" cy="2050833"/>
        </a:xfrm>
        <a:prstGeom prst="flowChartManualOperation">
          <a:avLst/>
        </a:prstGeom>
      </dsp:spPr>
      <dsp:style>
        <a:lnRef idx="0">
          <a:schemeClr val="lt1"/>
        </a:lnRef>
        <a:fillRef idx="3">
          <a:schemeClr val="accent5">
            <a:hueOff val="-7380000"/>
            <a:satOff val="-10195"/>
            <a:lumOff val="-3921"/>
            <a:alpha val="100000"/>
          </a:schemeClr>
        </a:fillRef>
        <a:effectRef idx="3">
          <a:scrgbClr r="0" g="0" b="0"/>
        </a:effectRef>
        <a:fontRef idx="minor">
          <a:schemeClr val="lt1"/>
        </a:fontRef>
      </dsp:style>
      <dsp:txBody>
        <a:bodyPr rot="5400000" vert="horz" wrap="square" lIns="177800" tIns="0" rIns="355600" bIns="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800" b="1">
              <a:sym typeface="+mn-ea"/>
            </a:rPr>
            <a:t>硬盘</a:t>
          </a:r>
          <a:endParaRPr lang="zh-CN" altLang="en-US" sz="2800" b="1">
            <a:sym typeface="+mn-ea"/>
          </a:endParaRPr>
        </a:p>
        <a:p>
          <a:pPr lvl="0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zh-CN" altLang="en-US" sz="2000"/>
            <a:t>长期记忆</a:t>
          </a:r>
          <a:r>
            <a:rPr lang="zh-CN" altLang="en-US" sz="2000"/>
            <a:t>，</a:t>
          </a:r>
          <a:r>
            <a:rPr lang="zh-CN" altLang="en-US" sz="2000"/>
            <a:t>断电数据保留</a:t>
          </a:r>
          <a:r>
            <a:rPr lang="zh-CN" altLang="en-US" sz="2000"/>
            <a:t>，</a:t>
          </a:r>
          <a:r>
            <a:rPr lang="zh-CN" altLang="en-US" sz="2000"/>
            <a:t>速度慢</a:t>
          </a:r>
          <a:endParaRPr lang="zh-CN" altLang="en-US" sz="2000"/>
        </a:p>
      </dsp:txBody>
      <dsp:txXfrm rot="-5400000">
        <a:off x="3390691" y="1182796"/>
        <a:ext cx="4416425" cy="20508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6907530" cy="4121785"/>
        <a:chOff x="0" y="0"/>
        <a:chExt cx="6907530" cy="4121785"/>
      </a:xfrm>
    </dsp:grpSpPr>
    <dsp:sp modelId="{F7165120-5FFC-451F-A676-9DCAA5026EF0}">
      <dsp:nvSpPr>
        <dsp:cNvPr id="3" name="圆角矩形 2"/>
        <dsp:cNvSpPr/>
      </dsp:nvSpPr>
      <dsp:spPr bwMode="white">
        <a:xfrm>
          <a:off x="0" y="334010"/>
          <a:ext cx="3070013" cy="153500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80010" tIns="53340" rIns="80010" bIns="53340" anchor="ctr"/>
        <a:lstStyle>
          <a:lvl1pPr algn="ctr">
            <a:defRPr sz="4200"/>
          </a:lvl1pPr>
          <a:lvl2pPr marL="285750" indent="-285750" algn="ctr">
            <a:defRPr sz="3200"/>
          </a:lvl2pPr>
          <a:lvl3pPr marL="571500" indent="-285750" algn="ctr">
            <a:defRPr sz="3200"/>
          </a:lvl3pPr>
          <a:lvl4pPr marL="857250" indent="-285750" algn="ctr">
            <a:defRPr sz="3200"/>
          </a:lvl4pPr>
          <a:lvl5pPr marL="1143000" indent="-285750" algn="ctr">
            <a:defRPr sz="3200"/>
          </a:lvl5pPr>
          <a:lvl6pPr marL="1428750" indent="-285750" algn="ctr">
            <a:defRPr sz="3200"/>
          </a:lvl6pPr>
          <a:lvl7pPr marL="1714500" indent="-285750" algn="ctr">
            <a:defRPr sz="3200"/>
          </a:lvl7pPr>
          <a:lvl8pPr marL="2000250" indent="-285750" algn="ctr">
            <a:defRPr sz="3200"/>
          </a:lvl8pPr>
          <a:lvl9pPr marL="2286000" indent="-285750" algn="ctr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/>
            <a:t>平时</a:t>
          </a:r>
          <a:r>
            <a:rPr lang="zh-CN" altLang="en-US"/>
            <a:t>训练</a:t>
          </a:r>
          <a:endParaRPr lang="zh-CN" altLang="en-US"/>
        </a:p>
      </dsp:txBody>
      <dsp:txXfrm>
        <a:off x="0" y="334010"/>
        <a:ext cx="3070013" cy="1535007"/>
      </dsp:txXfrm>
    </dsp:sp>
    <dsp:sp modelId="{A8F86FA2-285E-4466-A13D-4ECC369B5275}">
      <dsp:nvSpPr>
        <dsp:cNvPr id="5" name="任意多边形 4"/>
        <dsp:cNvSpPr/>
      </dsp:nvSpPr>
      <dsp:spPr bwMode="white">
        <a:xfrm>
          <a:off x="307001" y="1869017"/>
          <a:ext cx="307001" cy="1151255"/>
        </a:xfrm>
        <a:custGeom>
          <a:avLst/>
          <a:gdLst/>
          <a:ahLst/>
          <a:cxnLst/>
          <a:pathLst>
            <a:path w="483" h="1813">
              <a:moveTo>
                <a:pt x="0" y="0"/>
              </a:moveTo>
              <a:lnTo>
                <a:pt x="0" y="1813"/>
              </a:lnTo>
              <a:lnTo>
                <a:pt x="483" y="1813"/>
              </a:lnTo>
            </a:path>
          </a:pathLst>
        </a:custGeom>
      </dsp:spPr>
      <dsp:style>
        <a:lnRef idx="2">
          <a:schemeClr val="accent2">
            <a:shade val="60000"/>
          </a:schemeClr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307001" y="1869017"/>
        <a:ext cx="307001" cy="1151255"/>
      </dsp:txXfrm>
    </dsp:sp>
    <dsp:sp modelId="{8402CCB8-5F3F-4B37-9533-2CEF8B977F02}">
      <dsp:nvSpPr>
        <dsp:cNvPr id="6" name="圆角矩形 5"/>
        <dsp:cNvSpPr/>
      </dsp:nvSpPr>
      <dsp:spPr bwMode="white">
        <a:xfrm>
          <a:off x="614003" y="2252768"/>
          <a:ext cx="2456011" cy="1535007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4290" tIns="22860" rIns="3429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系统通过</a:t>
          </a:r>
          <a:r>
            <a:rPr lang="en-US" altLang="zh-CN">
              <a:solidFill>
                <a:schemeClr val="dk1"/>
              </a:solidFill>
            </a:rPr>
            <a:t>“</a:t>
          </a:r>
          <a:r>
            <a:rPr lang="zh-CN" altLang="en-US">
              <a:solidFill>
                <a:schemeClr val="dk1"/>
              </a:solidFill>
            </a:rPr>
            <a:t>管道</a:t>
          </a:r>
          <a:r>
            <a:rPr lang="en-US" altLang="zh-CN">
              <a:solidFill>
                <a:schemeClr val="dk1"/>
              </a:solidFill>
            </a:rPr>
            <a:t>”</a:t>
          </a:r>
          <a:r>
            <a:rPr lang="zh-CN" altLang="en-US">
              <a:solidFill>
                <a:schemeClr val="dk1"/>
              </a:solidFill>
            </a:rPr>
            <a:t>把数据传给你的程序</a:t>
          </a:r>
          <a:r>
            <a:rPr lang="zh-CN" altLang="en-US">
              <a:solidFill>
                <a:schemeClr val="dk1"/>
              </a:solidFill>
            </a:rPr>
            <a:t>，</a:t>
          </a:r>
          <a:r>
            <a:rPr lang="zh-CN" altLang="en-US">
              <a:solidFill>
                <a:schemeClr val="dk1"/>
              </a:solidFill>
            </a:rPr>
            <a:t>你用</a:t>
          </a:r>
          <a:r>
            <a:rPr lang="en-US" altLang="zh-CN">
              <a:solidFill>
                <a:schemeClr val="dk1"/>
              </a:solidFill>
            </a:rPr>
            <a:t> cin/cout </a:t>
          </a:r>
          <a:r>
            <a:rPr lang="zh-CN" altLang="en-US">
              <a:solidFill>
                <a:schemeClr val="dk1"/>
              </a:solidFill>
            </a:rPr>
            <a:t>即可</a:t>
          </a:r>
          <a:endParaRPr lang="zh-CN" altLang="en-US">
            <a:solidFill>
              <a:schemeClr val="dk1"/>
            </a:solidFill>
          </a:endParaRPr>
        </a:p>
      </dsp:txBody>
      <dsp:txXfrm>
        <a:off x="614003" y="2252768"/>
        <a:ext cx="2456011" cy="1535007"/>
      </dsp:txXfrm>
    </dsp:sp>
    <dsp:sp modelId="{E3FF03EB-8647-4636-BC5C-E9BEC6C29553}">
      <dsp:nvSpPr>
        <dsp:cNvPr id="9" name="圆角矩形 8"/>
        <dsp:cNvSpPr/>
      </dsp:nvSpPr>
      <dsp:spPr bwMode="white">
        <a:xfrm>
          <a:off x="3837517" y="334010"/>
          <a:ext cx="3070013" cy="1535007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2"/>
        </a:fillRef>
        <a:effectRef idx="1">
          <a:scrgbClr r="0" g="0" b="0"/>
        </a:effectRef>
        <a:fontRef idx="minor">
          <a:schemeClr val="lt1"/>
        </a:fontRef>
      </dsp:style>
      <dsp:txBody>
        <a:bodyPr vert="horz" wrap="square" lIns="80010" tIns="53340" rIns="80010" bIns="53340" anchor="ctr"/>
        <a:lstStyle>
          <a:lvl1pPr algn="ctr">
            <a:defRPr sz="4200"/>
          </a:lvl1pPr>
          <a:lvl2pPr marL="285750" indent="-285750" algn="ctr">
            <a:defRPr sz="3200"/>
          </a:lvl2pPr>
          <a:lvl3pPr marL="571500" indent="-285750" algn="ctr">
            <a:defRPr sz="3200"/>
          </a:lvl3pPr>
          <a:lvl4pPr marL="857250" indent="-285750" algn="ctr">
            <a:defRPr sz="3200"/>
          </a:lvl4pPr>
          <a:lvl5pPr marL="1143000" indent="-285750" algn="ctr">
            <a:defRPr sz="3200"/>
          </a:lvl5pPr>
          <a:lvl6pPr marL="1428750" indent="-285750" algn="ctr">
            <a:defRPr sz="3200"/>
          </a:lvl6pPr>
          <a:lvl7pPr marL="1714500" indent="-285750" algn="ctr">
            <a:defRPr sz="3200"/>
          </a:lvl7pPr>
          <a:lvl8pPr marL="2000250" indent="-285750" algn="ctr">
            <a:defRPr sz="3200"/>
          </a:lvl8pPr>
          <a:lvl9pPr marL="2286000" indent="-285750" algn="ctr">
            <a:defRPr sz="3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/>
            <a:t>CSP-J </a:t>
          </a:r>
          <a:r>
            <a:rPr lang="zh-CN" altLang="en-US"/>
            <a:t>复赛</a:t>
          </a:r>
          <a:endParaRPr lang="zh-CN" altLang="en-US"/>
        </a:p>
      </dsp:txBody>
      <dsp:txXfrm>
        <a:off x="3837517" y="334010"/>
        <a:ext cx="3070013" cy="1535007"/>
      </dsp:txXfrm>
    </dsp:sp>
    <dsp:sp modelId="{3F5EB287-4C34-456C-B985-2B774B3D9EF1}">
      <dsp:nvSpPr>
        <dsp:cNvPr id="11" name="任意多边形 10"/>
        <dsp:cNvSpPr/>
      </dsp:nvSpPr>
      <dsp:spPr bwMode="white">
        <a:xfrm>
          <a:off x="4144518" y="1869017"/>
          <a:ext cx="307001" cy="1151255"/>
        </a:xfrm>
        <a:custGeom>
          <a:avLst/>
          <a:gdLst/>
          <a:ahLst/>
          <a:cxnLst/>
          <a:pathLst>
            <a:path w="483" h="1813">
              <a:moveTo>
                <a:pt x="0" y="0"/>
              </a:moveTo>
              <a:lnTo>
                <a:pt x="0" y="1813"/>
              </a:lnTo>
              <a:lnTo>
                <a:pt x="483" y="1813"/>
              </a:lnTo>
            </a:path>
          </a:pathLst>
        </a:custGeom>
      </dsp:spPr>
      <dsp:style>
        <a:lnRef idx="2">
          <a:schemeClr val="accent2">
            <a:shade val="60000"/>
          </a:schemeClr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4144518" y="1869017"/>
        <a:ext cx="307001" cy="1151255"/>
      </dsp:txXfrm>
    </dsp:sp>
    <dsp:sp modelId="{A9454E12-1A81-4CCD-AB01-CC69284C8769}">
      <dsp:nvSpPr>
        <dsp:cNvPr id="12" name="圆角矩形 11"/>
        <dsp:cNvSpPr/>
      </dsp:nvSpPr>
      <dsp:spPr bwMode="white">
        <a:xfrm>
          <a:off x="4451519" y="2252768"/>
          <a:ext cx="2456011" cy="1535007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vert="horz" wrap="square" lIns="34290" tIns="22860" rIns="34290" bIns="22860" anchor="ctr"/>
        <a:lstStyle>
          <a:lvl1pPr algn="ctr">
            <a:defRPr sz="1800"/>
          </a:lvl1pPr>
          <a:lvl2pPr marL="114300" indent="-114300" algn="ctr">
            <a:defRPr sz="1400"/>
          </a:lvl2pPr>
          <a:lvl3pPr marL="228600" indent="-114300" algn="ctr">
            <a:defRPr sz="1400"/>
          </a:lvl3pPr>
          <a:lvl4pPr marL="342900" indent="-114300" algn="ctr">
            <a:defRPr sz="1400"/>
          </a:lvl4pPr>
          <a:lvl5pPr marL="457200" indent="-114300" algn="ctr">
            <a:defRPr sz="1400"/>
          </a:lvl5pPr>
          <a:lvl6pPr marL="571500" indent="-114300" algn="ctr">
            <a:defRPr sz="1400"/>
          </a:lvl6pPr>
          <a:lvl7pPr marL="685800" indent="-114300" algn="ctr">
            <a:defRPr sz="1400"/>
          </a:lvl7pPr>
          <a:lvl8pPr marL="800100" indent="-114300" algn="ctr">
            <a:defRPr sz="1400"/>
          </a:lvl8pPr>
          <a:lvl9pPr marL="914400" indent="-114300" algn="ctr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dk1"/>
              </a:solidFill>
            </a:rPr>
            <a:t>系统在文件夹里生成</a:t>
          </a:r>
          <a:r>
            <a:rPr lang="en-US" altLang="zh-CN">
              <a:solidFill>
                <a:schemeClr val="dk1"/>
              </a:solidFill>
            </a:rPr>
            <a:t> xxx.in (</a:t>
          </a:r>
          <a:r>
            <a:rPr lang="zh-CN" altLang="en-US">
              <a:solidFill>
                <a:schemeClr val="dk1"/>
              </a:solidFill>
            </a:rPr>
            <a:t>输入</a:t>
          </a:r>
          <a:r>
            <a:rPr lang="en-US" altLang="zh-CN">
              <a:solidFill>
                <a:schemeClr val="dk1"/>
              </a:solidFill>
            </a:rPr>
            <a:t>) </a:t>
          </a:r>
          <a:r>
            <a:rPr lang="zh-CN" altLang="en-US">
              <a:solidFill>
                <a:schemeClr val="dk1"/>
              </a:solidFill>
            </a:rPr>
            <a:t>和</a:t>
          </a:r>
          <a:r>
            <a:rPr lang="en-US" altLang="zh-CN">
              <a:solidFill>
                <a:schemeClr val="dk1"/>
              </a:solidFill>
            </a:rPr>
            <a:t> xxx.out (</a:t>
          </a:r>
          <a:r>
            <a:rPr lang="zh-CN" altLang="en-US">
              <a:solidFill>
                <a:schemeClr val="dk1"/>
              </a:solidFill>
            </a:rPr>
            <a:t>输出</a:t>
          </a:r>
          <a:r>
            <a:rPr lang="en-US" altLang="zh-CN">
              <a:solidFill>
                <a:schemeClr val="dk1"/>
              </a:solidFill>
            </a:rPr>
            <a:t>)</a:t>
          </a:r>
          <a:r>
            <a:rPr lang="zh-CN" altLang="en-US">
              <a:solidFill>
                <a:schemeClr val="dk1"/>
              </a:solidFill>
            </a:rPr>
            <a:t>。</a:t>
          </a:r>
          <a:r>
            <a:rPr lang="zh-CN" altLang="en-US">
              <a:solidFill>
                <a:schemeClr val="dk1"/>
              </a:solidFill>
            </a:rPr>
            <a:t>你的程序必须打开文件读取</a:t>
          </a:r>
          <a:r>
            <a:rPr lang="zh-CN" altLang="en-US">
              <a:solidFill>
                <a:schemeClr val="dk1"/>
              </a:solidFill>
            </a:rPr>
            <a:t>，</a:t>
          </a:r>
          <a:r>
            <a:rPr lang="zh-CN" altLang="en-US">
              <a:solidFill>
                <a:schemeClr val="dk1"/>
              </a:solidFill>
            </a:rPr>
            <a:t>写入文件保存</a:t>
          </a:r>
          <a:endParaRPr lang="zh-CN" altLang="en-US">
            <a:solidFill>
              <a:schemeClr val="dk1"/>
            </a:solidFill>
          </a:endParaRPr>
        </a:p>
      </dsp:txBody>
      <dsp:txXfrm>
        <a:off x="4451519" y="2252768"/>
        <a:ext cx="2456011" cy="1535007"/>
      </dsp:txXfrm>
    </dsp:sp>
    <dsp:sp modelId="{76A4EA41-4C04-4672-9E66-C332C13D0A8A}">
      <dsp:nvSpPr>
        <dsp:cNvPr id="4" name="圆角矩形 3" hidden="1"/>
        <dsp:cNvSpPr/>
      </dsp:nvSpPr>
      <dsp:spPr>
        <a:xfrm>
          <a:off x="0" y="334010"/>
          <a:ext cx="614003" cy="1535007"/>
        </a:xfrm>
        <a:prstGeom prst="roundRect">
          <a:avLst>
            <a:gd name="adj" fmla="val 10000"/>
          </a:avLst>
        </a:prstGeom>
      </dsp:spPr>
      <dsp:txXfrm>
        <a:off x="0" y="334010"/>
        <a:ext cx="614003" cy="1535007"/>
      </dsp:txXfrm>
    </dsp:sp>
    <dsp:sp modelId="{020E4746-3A8C-42B4-AC17-0FB7CA4B2811}">
      <dsp:nvSpPr>
        <dsp:cNvPr id="10" name="圆角矩形 9" hidden="1"/>
        <dsp:cNvSpPr/>
      </dsp:nvSpPr>
      <dsp:spPr>
        <a:xfrm>
          <a:off x="3837517" y="334010"/>
          <a:ext cx="614003" cy="1535007"/>
        </a:xfrm>
        <a:prstGeom prst="roundRect">
          <a:avLst>
            <a:gd name="adj" fmla="val 10000"/>
          </a:avLst>
        </a:prstGeom>
      </dsp:spPr>
      <dsp:txXfrm>
        <a:off x="3837517" y="334010"/>
        <a:ext cx="614003" cy="1535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nodeVertAlign" val="t"/>
          <dgm:param type="fallback" val="2D"/>
        </dgm:alg>
      </dgm:if>
      <dgm:else name="Name2">
        <dgm:alg type="lin">
          <dgm:param type="linDir" val="from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type="flowChartManualOperation" r:blip="" rot="-90">
              <dgm:adjLst/>
            </dgm:shape>
          </dgm:if>
          <dgm:else name="Name6">
            <dgm:shape xmlns:r="http://schemas.openxmlformats.org/officeDocument/2006/relationships" type="flowChartManualOperation" r:blip="" rot="90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linDir" val="fromT"/>
              <dgm:param type="chAlign" val="l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srcNode" val="rootConnector"/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CAAC-3D94-4303-A1AA-E3CA422E04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9A600-3198-444F-940B-8127AA78170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9C9A1-17AB-4961-91FD-5CCCE29CF5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鲁班创客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1185204" cy="117247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鲁班创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1"/>
            <a:ext cx="12191999" cy="8514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830" y="179455"/>
            <a:ext cx="4880665" cy="480131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>
            <a:lvl1pPr marL="0" indent="0">
              <a:buFontTx/>
              <a:buNone/>
              <a:defRPr lang="zh-CN" altLang="en-US" sz="2800" b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/>
            <a:r>
              <a:rPr lang="zh-CN" altLang="en-US"/>
              <a:t>单击此处添加您的标题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19"/>
          <a:stretch>
            <a:fillRect/>
          </a:stretch>
        </p:blipFill>
        <p:spPr>
          <a:xfrm>
            <a:off x="177431" y="102032"/>
            <a:ext cx="641874" cy="634979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" y="6539757"/>
            <a:ext cx="12191999" cy="3182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" descr="Picture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-1" y="6507497"/>
            <a:ext cx="12191999" cy="4571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08" y="7495"/>
            <a:ext cx="7936992" cy="6858000"/>
          </a:xfrm>
          <a:prstGeom prst="rect">
            <a:avLst/>
          </a:prstGeom>
        </p:spPr>
      </p:pic>
      <p:sp>
        <p:nvSpPr>
          <p:cNvPr id="17" name="任意多边形 16"/>
          <p:cNvSpPr/>
          <p:nvPr/>
        </p:nvSpPr>
        <p:spPr>
          <a:xfrm flipH="1">
            <a:off x="3907971" y="0"/>
            <a:ext cx="8284027" cy="6877853"/>
          </a:xfrm>
          <a:custGeom>
            <a:avLst/>
            <a:gdLst>
              <a:gd name="connsiteX0" fmla="*/ 1125974 w 8135527"/>
              <a:gd name="connsiteY0" fmla="*/ 0 h 6877853"/>
              <a:gd name="connsiteX1" fmla="*/ 0 w 8135527"/>
              <a:gd name="connsiteY1" fmla="*/ 0 h 6877853"/>
              <a:gd name="connsiteX2" fmla="*/ 0 w 8135527"/>
              <a:gd name="connsiteY2" fmla="*/ 1128318 h 6877853"/>
              <a:gd name="connsiteX3" fmla="*/ 7402440 w 8135527"/>
              <a:gd name="connsiteY3" fmla="*/ 6877853 h 6877853"/>
              <a:gd name="connsiteX4" fmla="*/ 8135527 w 8135527"/>
              <a:gd name="connsiteY4" fmla="*/ 6877853 h 6877853"/>
              <a:gd name="connsiteX5" fmla="*/ 8135526 w 8135527"/>
              <a:gd name="connsiteY5" fmla="*/ 6877852 h 6877853"/>
              <a:gd name="connsiteX6" fmla="*/ 7966908 w 8135527"/>
              <a:gd name="connsiteY6" fmla="*/ 6877852 h 6877853"/>
              <a:gd name="connsiteX7" fmla="*/ 7954628 w 8135527"/>
              <a:gd name="connsiteY7" fmla="*/ 6865494 h 6877853"/>
              <a:gd name="connsiteX8" fmla="*/ 7922558 w 8135527"/>
              <a:gd name="connsiteY8" fmla="*/ 6865494 h 6877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35527" h="6877853">
                <a:moveTo>
                  <a:pt x="1125974" y="0"/>
                </a:moveTo>
                <a:lnTo>
                  <a:pt x="0" y="0"/>
                </a:lnTo>
                <a:lnTo>
                  <a:pt x="0" y="1128318"/>
                </a:lnTo>
                <a:lnTo>
                  <a:pt x="7402440" y="6877853"/>
                </a:lnTo>
                <a:lnTo>
                  <a:pt x="8135527" y="6877853"/>
                </a:lnTo>
                <a:lnTo>
                  <a:pt x="8135526" y="6877852"/>
                </a:lnTo>
                <a:lnTo>
                  <a:pt x="7966908" y="6877852"/>
                </a:lnTo>
                <a:lnTo>
                  <a:pt x="7954628" y="6865494"/>
                </a:lnTo>
                <a:lnTo>
                  <a:pt x="7922558" y="6865494"/>
                </a:lnTo>
                <a:close/>
              </a:path>
            </a:pathLst>
          </a:custGeom>
          <a:solidFill>
            <a:srgbClr val="F1C51E">
              <a:alpha val="40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8" name="任意多边形 17"/>
          <p:cNvSpPr/>
          <p:nvPr/>
        </p:nvSpPr>
        <p:spPr>
          <a:xfrm flipH="1">
            <a:off x="4047343" y="-1"/>
            <a:ext cx="7003692" cy="6865495"/>
          </a:xfrm>
          <a:custGeom>
            <a:avLst/>
            <a:gdLst>
              <a:gd name="connsiteX0" fmla="*/ 1065557 w 7003692"/>
              <a:gd name="connsiteY0" fmla="*/ 0 h 6865495"/>
              <a:gd name="connsiteX1" fmla="*/ 0 w 7003692"/>
              <a:gd name="connsiteY1" fmla="*/ 0 h 6865495"/>
              <a:gd name="connsiteX2" fmla="*/ 6796585 w 7003692"/>
              <a:gd name="connsiteY2" fmla="*/ 6865495 h 6865495"/>
              <a:gd name="connsiteX3" fmla="*/ 7003692 w 7003692"/>
              <a:gd name="connsiteY3" fmla="*/ 6865495 h 6865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03692" h="6865495">
                <a:moveTo>
                  <a:pt x="1065557" y="0"/>
                </a:moveTo>
                <a:lnTo>
                  <a:pt x="0" y="0"/>
                </a:lnTo>
                <a:lnTo>
                  <a:pt x="6796585" y="6865495"/>
                </a:lnTo>
                <a:lnTo>
                  <a:pt x="7003692" y="6865495"/>
                </a:lnTo>
                <a:close/>
              </a:path>
            </a:pathLst>
          </a:cu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>
            <a:outerShdw blurRad="2540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9" name="直角三角形 18"/>
          <p:cNvSpPr/>
          <p:nvPr/>
        </p:nvSpPr>
        <p:spPr>
          <a:xfrm>
            <a:off x="-4335" y="5050518"/>
            <a:ext cx="1860421" cy="1807482"/>
          </a:xfrm>
          <a:prstGeom prst="rtTriangle">
            <a:avLst/>
          </a:prstGeom>
          <a:solidFill>
            <a:srgbClr val="B9202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0" y="4279691"/>
            <a:ext cx="2193948" cy="2585803"/>
          </a:xfrm>
          <a:custGeom>
            <a:avLst/>
            <a:gdLst>
              <a:gd name="connsiteX0" fmla="*/ 0 w 2193948"/>
              <a:gd name="connsiteY0" fmla="*/ 0 h 2585803"/>
              <a:gd name="connsiteX1" fmla="*/ 2193948 w 2193948"/>
              <a:gd name="connsiteY1" fmla="*/ 2585803 h 2585803"/>
              <a:gd name="connsiteX2" fmla="*/ 1859213 w 2193948"/>
              <a:gd name="connsiteY2" fmla="*/ 2585803 h 2585803"/>
              <a:gd name="connsiteX3" fmla="*/ 0 w 2193948"/>
              <a:gd name="connsiteY3" fmla="*/ 779495 h 2585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3948" h="2585803">
                <a:moveTo>
                  <a:pt x="0" y="0"/>
                </a:moveTo>
                <a:lnTo>
                  <a:pt x="2193948" y="2585803"/>
                </a:lnTo>
                <a:lnTo>
                  <a:pt x="1859213" y="2585803"/>
                </a:lnTo>
                <a:lnTo>
                  <a:pt x="0" y="779495"/>
                </a:lnTo>
                <a:close/>
              </a:path>
            </a:pathLst>
          </a:cu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>
            <a:outerShdw blurRad="127000" dist="88900" dir="8100000" algn="tr" rotWithShape="0">
              <a:prstClr val="black">
                <a:alpha val="3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143" y="2114909"/>
            <a:ext cx="2418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赛制</a:t>
            </a:r>
            <a:r>
              <a:rPr lang="zh-CN" altLang="en-US" sz="4400" b="1" dirty="0">
                <a:solidFill>
                  <a:srgbClr val="000000">
                    <a:lumMod val="75000"/>
                    <a:lumOff val="2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全景</a:t>
            </a:r>
            <a:endParaRPr lang="zh-CN" altLang="en-US" sz="4400" b="1" dirty="0">
              <a:solidFill>
                <a:srgbClr val="000000">
                  <a:lumMod val="75000"/>
                  <a:lumOff val="25000"/>
                </a:srgbClr>
              </a:solidFill>
              <a:latin typeface="Century Gothic" panose="020B0502020202020204"/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18010" y="3028890"/>
            <a:ext cx="24016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爱心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创新</a:t>
            </a:r>
            <a:r>
              <a:rPr lang="en-US" altLang="zh-CN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-</a:t>
            </a:r>
            <a:r>
              <a:rPr lang="zh-CN" altLang="en-US" sz="2000" b="1" spc="3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匠心</a:t>
            </a:r>
            <a:endParaRPr lang="zh-CN" altLang="en-US" sz="2000" b="1" spc="300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18010" y="3568000"/>
            <a:ext cx="24180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课程：</a:t>
            </a:r>
            <a:r>
              <a:rPr lang="en-US" altLang="zh-CN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C++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Century Gothic" panose="020B0502020202020204"/>
                <a:cs typeface="+mn-ea"/>
                <a:sym typeface="+mn-lt"/>
              </a:rPr>
              <a:t>    教师：</a:t>
            </a:r>
            <a:r>
              <a:rPr lang="zh-CN" altLang="en-US" sz="1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+mn-lt"/>
              </a:rPr>
              <a:t>程老师</a:t>
            </a:r>
            <a:endParaRPr lang="zh-CN" altLang="en-US" sz="1400" b="1" dirty="0">
              <a:solidFill>
                <a:srgbClr val="000000">
                  <a:lumMod val="65000"/>
                  <a:lumOff val="35000"/>
                </a:srgb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+mn-ea"/>
              <a:sym typeface="+mn-lt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33" y="374686"/>
            <a:ext cx="2269067" cy="5023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124026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01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1" y="3977314"/>
            <a:ext cx="396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课程目录</a:t>
            </a:r>
            <a:endParaRPr lang="en-US" altLang="zh-CN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目录</a:t>
            </a:r>
            <a:endParaRPr lang="zh-CN" altLang="en-US" sz="2000" dirty="0"/>
          </a:p>
        </p:txBody>
      </p:sp>
      <p:sp>
        <p:nvSpPr>
          <p:cNvPr id="3" name="流程图: 接点 2"/>
          <p:cNvSpPr/>
          <p:nvPr/>
        </p:nvSpPr>
        <p:spPr>
          <a:xfrm>
            <a:off x="3599469" y="1809911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4195445" y="1717675"/>
            <a:ext cx="4789170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理解动态规划解决重叠子问题的核心思想</a:t>
            </a:r>
            <a:endParaRPr lang="zh-CN" altLang="en-US" dirty="0"/>
          </a:p>
        </p:txBody>
      </p:sp>
      <p:sp>
        <p:nvSpPr>
          <p:cNvPr id="8" name="流程图: 接点 7"/>
          <p:cNvSpPr/>
          <p:nvPr/>
        </p:nvSpPr>
        <p:spPr>
          <a:xfrm>
            <a:off x="3576382" y="2701215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>
            <a:off x="4171950" y="2608580"/>
            <a:ext cx="4813300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掌握记忆化搜索（</a:t>
            </a:r>
            <a:r>
              <a:rPr lang="en-US" altLang="zh-CN" dirty="0"/>
              <a:t>Memoization</a:t>
            </a:r>
            <a:r>
              <a:rPr lang="zh-CN" altLang="en-US" dirty="0"/>
              <a:t>）的基本方法</a:t>
            </a:r>
            <a:endParaRPr lang="zh-CN" altLang="en-US" dirty="0"/>
          </a:p>
        </p:txBody>
      </p:sp>
      <p:sp>
        <p:nvSpPr>
          <p:cNvPr id="12" name="流程图: 接点 11"/>
          <p:cNvSpPr/>
          <p:nvPr/>
        </p:nvSpPr>
        <p:spPr>
          <a:xfrm>
            <a:off x="3604086" y="351401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4199890" y="3421380"/>
            <a:ext cx="4784725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学会使用动态规划表格（</a:t>
            </a:r>
            <a:r>
              <a:rPr lang="en-US" altLang="zh-CN" dirty="0"/>
              <a:t>DP Table</a:t>
            </a:r>
            <a:r>
              <a:rPr lang="zh-CN" altLang="en-US" dirty="0"/>
              <a:t>）自底向上解决问题</a:t>
            </a:r>
            <a:endParaRPr lang="zh-CN" altLang="en-US" dirty="0"/>
          </a:p>
        </p:txBody>
      </p:sp>
      <p:sp>
        <p:nvSpPr>
          <p:cNvPr id="4" name="流程图: 接点 11"/>
          <p:cNvSpPr/>
          <p:nvPr/>
        </p:nvSpPr>
        <p:spPr>
          <a:xfrm>
            <a:off x="3604721" y="4326818"/>
            <a:ext cx="369455" cy="378691"/>
          </a:xfrm>
          <a:prstGeom prst="flowChartConnector">
            <a:avLst/>
          </a:prstGeom>
          <a:solidFill>
            <a:srgbClr val="E8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12"/>
          <p:cNvSpPr/>
          <p:nvPr/>
        </p:nvSpPr>
        <p:spPr>
          <a:xfrm>
            <a:off x="4200525" y="4234180"/>
            <a:ext cx="4784725" cy="56324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能够识别简单问题中的重复计算模式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399742" cy="18620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02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</a:t>
            </a:r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graphicFrame>
        <p:nvGraphicFramePr>
          <p:cNvPr id="13" name="图示 12"/>
          <p:cNvGraphicFramePr/>
          <p:nvPr/>
        </p:nvGraphicFramePr>
        <p:xfrm>
          <a:off x="2302510" y="1329055"/>
          <a:ext cx="7372985" cy="4518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43256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03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</a:t>
            </a:r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基石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3609340" y="1221105"/>
          <a:ext cx="6624320" cy="4416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978275" y="57842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我们写的</a:t>
            </a:r>
            <a:r>
              <a:rPr lang="en-US" altLang="zh-CN"/>
              <a:t> .cpp </a:t>
            </a:r>
            <a:r>
              <a:rPr lang="zh-CN" altLang="en-US"/>
              <a:t>文件存在哪？运行时的变量存在哪？</a:t>
            </a:r>
            <a:endParaRPr lang="zh-CN" altLang="en-US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95151" y="1107786"/>
            <a:ext cx="2824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计算机硬件</a:t>
            </a:r>
            <a:r>
              <a:rPr lang="en-US" altLang="zh-CN" sz="2400" dirty="0"/>
              <a:t>“</a:t>
            </a:r>
            <a:r>
              <a:rPr lang="zh-CN" altLang="en-US" sz="2400" dirty="0"/>
              <a:t>三巨头</a:t>
            </a:r>
            <a:r>
              <a:rPr lang="en-US" altLang="zh-CN" sz="2400" dirty="0"/>
              <a:t>”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5151" y="1107786"/>
            <a:ext cx="1706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数据的单位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695325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58060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820035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382645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944620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509135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071110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633720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195695" y="255143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-71120" y="3290570"/>
            <a:ext cx="2395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位（</a:t>
            </a:r>
            <a:r>
              <a:rPr lang="en-US" altLang="zh-CN"/>
              <a:t>bit</a:t>
            </a:r>
            <a:r>
              <a:rPr lang="zh-CN" altLang="en-US"/>
              <a:t>）</a:t>
            </a:r>
            <a:endParaRPr lang="zh-CN" altLang="en-US"/>
          </a:p>
          <a:p>
            <a:pPr algn="ctr"/>
            <a:r>
              <a:rPr lang="zh-CN" altLang="en-US">
                <a:solidFill>
                  <a:schemeClr val="accent2"/>
                </a:solidFill>
              </a:rPr>
              <a:t>最小单位，</a:t>
            </a:r>
            <a:r>
              <a:rPr lang="en-US" altLang="zh-CN">
                <a:solidFill>
                  <a:schemeClr val="accent2"/>
                </a:solidFill>
              </a:rPr>
              <a:t>0 </a:t>
            </a:r>
            <a:r>
              <a:rPr lang="zh-CN" altLang="en-US">
                <a:solidFill>
                  <a:schemeClr val="accent2"/>
                </a:solidFill>
              </a:rPr>
              <a:t>或</a:t>
            </a:r>
            <a:r>
              <a:rPr lang="en-US" altLang="zh-CN">
                <a:solidFill>
                  <a:schemeClr val="accent2"/>
                </a:solidFill>
              </a:rPr>
              <a:t> 1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72485" y="3236595"/>
            <a:ext cx="2395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字节</a:t>
            </a:r>
            <a:r>
              <a:rPr lang="en-US" altLang="zh-CN"/>
              <a:t> (Byte)</a:t>
            </a:r>
            <a:endParaRPr lang="en-US" altLang="zh-CN"/>
          </a:p>
          <a:p>
            <a:pPr algn="ctr"/>
            <a:r>
              <a:rPr lang="zh-CN" altLang="en-US">
                <a:solidFill>
                  <a:schemeClr val="accent2"/>
                </a:solidFill>
              </a:rPr>
              <a:t>基本单位，</a:t>
            </a:r>
            <a:r>
              <a:rPr lang="en-US" altLang="zh-CN">
                <a:solidFill>
                  <a:schemeClr val="accent2"/>
                </a:solidFill>
              </a:rPr>
              <a:t>1 Byte = 8 bits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414895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976870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539480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9101455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9665970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0227945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0790555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1352530" y="140906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7424420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986395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549005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9110980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675495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0237470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10800080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1362055" y="19989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424420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7986395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8549005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9110980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9675495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0237470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10800080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1362055" y="258000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7433945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7995920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8558530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9120505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9685020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246995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0809605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1371580" y="316992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8404225" y="3695065"/>
            <a:ext cx="2395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。。。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415530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7977505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8540115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102090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9666605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10228580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10791190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11353165" y="4170680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7425055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/>
        </p:nvSpPr>
        <p:spPr>
          <a:xfrm>
            <a:off x="7987030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8549640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/>
        </p:nvSpPr>
        <p:spPr>
          <a:xfrm>
            <a:off x="9111615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9676130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/>
        </p:nvSpPr>
        <p:spPr>
          <a:xfrm>
            <a:off x="10238105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10800715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矩形 66"/>
          <p:cNvSpPr/>
          <p:nvPr/>
        </p:nvSpPr>
        <p:spPr>
          <a:xfrm>
            <a:off x="11362690" y="4760595"/>
            <a:ext cx="552450" cy="552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8404225" y="5418455"/>
            <a:ext cx="2395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1KB = 1024</a:t>
            </a:r>
            <a:r>
              <a:rPr lang="en-US" altLang="zh-CN"/>
              <a:t>B</a:t>
            </a:r>
            <a:endParaRPr lang="en-US" altLang="zh-CN"/>
          </a:p>
          <a:p>
            <a:pPr algn="ctr"/>
            <a:r>
              <a:rPr lang="en-US" altLang="zh-CN">
                <a:sym typeface="+mn-ea"/>
              </a:rPr>
              <a:t>1MB = 1024</a:t>
            </a:r>
            <a:r>
              <a:rPr lang="en-US" altLang="zh-CN">
                <a:sym typeface="+mn-ea"/>
              </a:rPr>
              <a:t>KB</a:t>
            </a:r>
            <a:endParaRPr lang="en-US" altLang="zh-CN">
              <a:sym typeface="+mn-ea"/>
            </a:endParaRPr>
          </a:p>
          <a:p>
            <a:pPr algn="ctr"/>
            <a:r>
              <a:rPr lang="en-US" altLang="zh-CN">
                <a:sym typeface="+mn-ea"/>
              </a:rPr>
              <a:t>1</a:t>
            </a:r>
            <a:r>
              <a:rPr lang="en-US" altLang="zh-CN">
                <a:sym typeface="+mn-ea"/>
              </a:rPr>
              <a:t>GB = 1024MB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08940" y="4699000"/>
            <a:ext cx="5883910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计算一个</a:t>
            </a:r>
            <a:r>
              <a:rPr lang="en-US" altLang="zh-CN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 </a:t>
            </a:r>
            <a:r>
              <a:rPr lang="en-US" altLang="zh-CN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int </a:t>
            </a:r>
            <a:r>
              <a:rPr lang="zh-CN" altLang="en-US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数组占多少内存？（</a:t>
            </a:r>
            <a:r>
              <a:rPr lang="en-US" altLang="zh-CN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sizeof(int) </a:t>
            </a:r>
            <a:r>
              <a:rPr lang="zh-CN" altLang="en-US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通常是 </a:t>
            </a:r>
            <a:r>
              <a:rPr lang="en-US" altLang="zh-CN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 </a:t>
            </a:r>
            <a:r>
              <a:rPr lang="zh-CN" altLang="en-US" sz="16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字节）</a:t>
            </a:r>
            <a:endParaRPr lang="zh-CN" altLang="en-US" sz="1600" b="0" i="0">
              <a:solidFill>
                <a:srgbClr val="060A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10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真题</a:t>
            </a:r>
            <a:r>
              <a:rPr lang="zh-CN" altLang="en-US" sz="2400" dirty="0"/>
              <a:t>训练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499110" y="1956435"/>
            <a:ext cx="11193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在计算机中，以下哪个选项描述的数据存储容量最</a:t>
            </a:r>
            <a:r>
              <a:rPr lang="en-US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⼩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2023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真题）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字节（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byte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B. </a:t>
            </a:r>
            <a:r>
              <a:rPr lang="en-US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千字节（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kilobyte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6575" y="3225165"/>
            <a:ext cx="111937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int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类型的存储范围是（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2024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真题）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-2147483647 ~ +2147483647           B. -2147483647 ~ +2147483648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C. -2147483648 ~ +2147483647           D. -2147483648 ~ +2147483648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6575" y="4770755"/>
            <a:ext cx="111937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位无符号整数可以表示的最大值，最接近下列哪个选项？（）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真题）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A. 4*10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B.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3*10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            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C. 2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*10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D.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2*10</a:t>
            </a:r>
            <a:r>
              <a:rPr lang="en-US" altLang="zh-CN" baseline="30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</a:t>
            </a:r>
            <a:endParaRPr lang="en-US" altLang="zh-CN" baseline="30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37541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04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生死文件操作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3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文件</a:t>
            </a:r>
            <a:r>
              <a:rPr lang="zh-CN" altLang="en-US" sz="2400" dirty="0"/>
              <a:t>操作</a:t>
            </a:r>
            <a:endParaRPr lang="zh-CN" altLang="en-US" sz="2400" dirty="0"/>
          </a:p>
        </p:txBody>
      </p:sp>
      <p:graphicFrame>
        <p:nvGraphicFramePr>
          <p:cNvPr id="4" name="图示 3"/>
          <p:cNvGraphicFramePr/>
          <p:nvPr/>
        </p:nvGraphicFramePr>
        <p:xfrm>
          <a:off x="2865755" y="1193800"/>
          <a:ext cx="6907530" cy="41217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3411220" y="5431790"/>
            <a:ext cx="609790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zh-CN" altLang="en-US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没有文件操作 </a:t>
            </a:r>
            <a:r>
              <a:rPr lang="en-US" altLang="zh-CN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 </a:t>
            </a:r>
            <a:r>
              <a:rPr lang="zh-CN" altLang="en-US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程序读不到数据 </a:t>
            </a:r>
            <a:r>
              <a:rPr lang="en-US" altLang="zh-CN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 </a:t>
            </a:r>
            <a:r>
              <a:rPr lang="zh-CN" altLang="en-US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输出为空 </a:t>
            </a:r>
            <a:r>
              <a:rPr lang="en-US" altLang="zh-CN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= 0 </a:t>
            </a:r>
            <a:r>
              <a:rPr lang="zh-CN" altLang="en-US" sz="2000" b="0" i="0">
                <a:solidFill>
                  <a:srgbClr val="060A2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</a:t>
            </a:r>
            <a:endParaRPr lang="zh-CN" altLang="en-US" sz="2000" b="0" i="0">
              <a:solidFill>
                <a:srgbClr val="060A2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3" name="流程图: 接点 9"/>
          <p:cNvSpPr/>
          <p:nvPr/>
        </p:nvSpPr>
        <p:spPr>
          <a:xfrm>
            <a:off x="240270" y="1194088"/>
            <a:ext cx="365760" cy="374073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95151" y="1107786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/>
              <a:t>文件</a:t>
            </a:r>
            <a:r>
              <a:rPr lang="zh-CN" altLang="en-US" sz="2400" dirty="0"/>
              <a:t>操作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695325" y="1772920"/>
            <a:ext cx="10683240" cy="45231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708090"/>
                </a:solidFill>
                <a:latin typeface="Consolas" panose="020B0609020204030204"/>
                <a:ea typeface="Consolas" panose="020B0609020204030204"/>
              </a:rPr>
              <a:t>#include &lt;iostream&gt;</a:t>
            </a:r>
            <a:endParaRPr lang="en-US" altLang="zh-CN" b="0" i="0">
              <a:solidFill>
                <a:srgbClr val="70809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using namespace std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main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()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{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【关键步骤】文件重定向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格式：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freopen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zh-CN" altLang="en-US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输入文件名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"r"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stdin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   freopen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zh-CN" altLang="en-US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输出文件名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"w"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stdout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freopen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"math.in"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"r"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stdin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从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math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in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读，代替键盘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freopen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"math.out"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"w"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stdout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);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往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math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out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写，代替屏幕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---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你的解题代码开始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---</a:t>
            </a:r>
            <a:endParaRPr lang="en-US" altLang="zh-CN" b="0" i="0">
              <a:solidFill>
                <a:srgbClr val="9A6E3A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669900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b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cin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&gt;&gt;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b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此时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cin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实际上是从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math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in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读的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cout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a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b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&lt;&lt;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endl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此时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cout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实际上是写到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math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.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out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的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---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你的解题代码结束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---</a:t>
            </a:r>
            <a:endParaRPr lang="en-US" altLang="zh-CN" b="0" i="0">
              <a:solidFill>
                <a:srgbClr val="9A6E3A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0077AA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b="0" i="0">
                <a:solidFill>
                  <a:srgbClr val="990055"/>
                </a:solidFill>
                <a:latin typeface="Consolas" panose="020B0609020204030204"/>
                <a:ea typeface="Consolas" panose="020B0609020204030204"/>
              </a:rPr>
              <a:t>0</a:t>
            </a: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;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/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   </a:t>
            </a:r>
            <a:r>
              <a:rPr lang="en-US" altLang="zh-CN" b="0" i="0">
                <a:solidFill>
                  <a:srgbClr val="9A6E3A"/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注意：使用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freopen 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不需要</a:t>
            </a:r>
            <a:r>
              <a:rPr lang="en-US" altLang="zh-CN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 fclose</a:t>
            </a:r>
            <a:r>
              <a:rPr lang="zh-CN" altLang="en-US" b="0" i="0">
                <a:solidFill>
                  <a:srgbClr val="000000"/>
                </a:solidFill>
                <a:latin typeface="Consolas" panose="020B0609020204030204"/>
                <a:ea typeface="Consolas" panose="020B0609020204030204"/>
              </a:rPr>
              <a:t>，程序结束自动关闭</a:t>
            </a:r>
            <a:endParaRPr lang="zh-CN" altLang="en-US" b="0" i="0">
              <a:solidFill>
                <a:srgbClr val="000000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en-US" altLang="zh-CN" b="0" i="0">
                <a:solidFill>
                  <a:srgbClr val="999999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b="0" i="0">
              <a:solidFill>
                <a:srgbClr val="999999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638" y="5334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417320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05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2" y="3977455"/>
            <a:ext cx="396184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真题</a:t>
            </a:r>
            <a:endParaRPr lang="zh-CN" altLang="en-US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910830" y="291286"/>
            <a:ext cx="4880665" cy="368300"/>
          </a:xfrm>
        </p:spPr>
        <p:txBody>
          <a:bodyPr/>
          <a:lstStyle/>
          <a:p>
            <a:r>
              <a:rPr lang="zh-CN" altLang="en-US" sz="2000" dirty="0"/>
              <a:t>知识引入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86360" y="1322705"/>
            <a:ext cx="11640185" cy="437197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拼数（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number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</a:t>
            </a:r>
            <a:endParaRPr lang="zh-CN" altLang="en-US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7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【题目描述】 </a:t>
            </a:r>
            <a:endParaRPr lang="zh-CN" altLang="en-US" sz="17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正在学习字符串处理。小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给了小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一个字符串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仅包含小写英文 字母及数字，且包含至少一个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∼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中的数字。小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希望小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中的任意多个数字，按任意顺序拼成一个正整数。注意：小</a:t>
            </a:r>
            <a:r>
              <a:rPr lang="en-US" altLang="zh-CN" sz="16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可以选择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中相同的数字，但每个数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只能使用一次。例如，若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1a01b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可以同时选择第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个字符，分别为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，拼成正整数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101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110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；但小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不能拼成正整数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，因为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仅包含两个数字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 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想知道，在他所有能拼成的正整数中，最大的是多少。你需要帮助小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求出 他能拼成的正整数的最大值。 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7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【输入格式】 </a:t>
            </a:r>
            <a:endParaRPr lang="zh-CN" altLang="en-US" sz="17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从文件 </a:t>
            </a:r>
            <a:r>
              <a:rPr lang="en-US" altLang="zh-CN" sz="16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number.in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中读入数据。 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输入的第一行包含一个字符串 </a:t>
            </a:r>
            <a:r>
              <a:rPr lang="en-US" altLang="zh-CN" sz="1600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的字符串。 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7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【输出格式】 </a:t>
            </a:r>
            <a:endParaRPr lang="zh-CN" altLang="en-US" sz="17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输出到文件 </a:t>
            </a:r>
            <a:r>
              <a:rPr lang="en-US" altLang="zh-CN" sz="1600" b="1" 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number.out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 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输出一行一个正整数，表示小 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 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能拼成的正整数的最大值。</a:t>
            </a:r>
            <a:endParaRPr lang="zh-CN" altLang="en-US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28" y="0"/>
            <a:ext cx="9339072" cy="6858000"/>
          </a:xfrm>
          <a:prstGeom prst="rect">
            <a:avLst/>
          </a:prstGeom>
        </p:spPr>
      </p:pic>
      <p:sp>
        <p:nvSpPr>
          <p:cNvPr id="14" name="任意多边形 13"/>
          <p:cNvSpPr/>
          <p:nvPr/>
        </p:nvSpPr>
        <p:spPr>
          <a:xfrm>
            <a:off x="2888168" y="0"/>
            <a:ext cx="7658962" cy="6858000"/>
          </a:xfrm>
          <a:custGeom>
            <a:avLst/>
            <a:gdLst>
              <a:gd name="connsiteX0" fmla="*/ 0 w 7658962"/>
              <a:gd name="connsiteY0" fmla="*/ 0 h 6858000"/>
              <a:gd name="connsiteX1" fmla="*/ 831578 w 7658962"/>
              <a:gd name="connsiteY1" fmla="*/ 0 h 6858000"/>
              <a:gd name="connsiteX2" fmla="*/ 7658962 w 7658962"/>
              <a:gd name="connsiteY2" fmla="*/ 6858000 h 6858000"/>
              <a:gd name="connsiteX3" fmla="*/ 6844042 w 76589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58962" h="6858000">
                <a:moveTo>
                  <a:pt x="0" y="0"/>
                </a:moveTo>
                <a:lnTo>
                  <a:pt x="831578" y="0"/>
                </a:lnTo>
                <a:lnTo>
                  <a:pt x="7658962" y="6858000"/>
                </a:lnTo>
                <a:lnTo>
                  <a:pt x="6844042" y="6858000"/>
                </a:lnTo>
                <a:close/>
              </a:path>
            </a:pathLst>
          </a:custGeom>
          <a:solidFill>
            <a:srgbClr val="E86713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18516" y="0"/>
            <a:ext cx="7143810" cy="6858000"/>
          </a:xfrm>
          <a:custGeom>
            <a:avLst/>
            <a:gdLst>
              <a:gd name="connsiteX0" fmla="*/ 0 w 7143810"/>
              <a:gd name="connsiteY0" fmla="*/ 0 h 6858000"/>
              <a:gd name="connsiteX1" fmla="*/ 299769 w 7143810"/>
              <a:gd name="connsiteY1" fmla="*/ 0 h 6858000"/>
              <a:gd name="connsiteX2" fmla="*/ 7143810 w 7143810"/>
              <a:gd name="connsiteY2" fmla="*/ 6858000 h 6858000"/>
              <a:gd name="connsiteX3" fmla="*/ 6844041 w 71438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3810" h="6858000">
                <a:moveTo>
                  <a:pt x="0" y="0"/>
                </a:moveTo>
                <a:lnTo>
                  <a:pt x="299769" y="0"/>
                </a:lnTo>
                <a:lnTo>
                  <a:pt x="7143810" y="6858000"/>
                </a:lnTo>
                <a:lnTo>
                  <a:pt x="6844041" y="6858000"/>
                </a:lnTo>
                <a:close/>
              </a:path>
            </a:pathLst>
          </a:custGeom>
          <a:solidFill>
            <a:srgbClr val="1163AF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233712" y="1838638"/>
            <a:ext cx="1435735" cy="1861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1500" dirty="0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06</a:t>
            </a:r>
            <a:endParaRPr lang="zh-CN" altLang="en-US" sz="11500" dirty="0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23362" y="2576343"/>
            <a:ext cx="14542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n-ea"/>
                <a:sym typeface="+mn-lt"/>
              </a:rPr>
              <a:t>Part</a:t>
            </a:r>
            <a:endParaRPr lang="zh-CN" altLang="en-US" sz="54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23361" y="3977314"/>
            <a:ext cx="3961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拓展与延续</a:t>
            </a:r>
            <a:endParaRPr lang="en-US" altLang="zh-CN" sz="3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813167" y="4638817"/>
            <a:ext cx="5940000" cy="0"/>
          </a:xfrm>
          <a:prstGeom prst="line">
            <a:avLst/>
          </a:prstGeom>
          <a:noFill/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8" name="等腰三角形 37"/>
          <p:cNvSpPr/>
          <p:nvPr/>
        </p:nvSpPr>
        <p:spPr>
          <a:xfrm>
            <a:off x="5703858" y="4510413"/>
            <a:ext cx="498226" cy="126581"/>
          </a:xfrm>
          <a:prstGeom prst="triangle">
            <a:avLst/>
          </a:prstGeom>
          <a:solidFill>
            <a:srgbClr val="1163A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>
            <a:off x="5904129" y="4420994"/>
            <a:ext cx="498226" cy="216000"/>
          </a:xfrm>
          <a:prstGeom prst="triangle">
            <a:avLst/>
          </a:prstGeom>
          <a:solidFill>
            <a:srgbClr val="E8671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0" name="等腰三角形 39"/>
          <p:cNvSpPr/>
          <p:nvPr/>
        </p:nvSpPr>
        <p:spPr>
          <a:xfrm>
            <a:off x="6264272" y="4575287"/>
            <a:ext cx="498226" cy="61706"/>
          </a:xfrm>
          <a:prstGeom prst="triangle">
            <a:avLst/>
          </a:prstGeom>
          <a:solidFill>
            <a:srgbClr val="268D3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sp>
        <p:nvSpPr>
          <p:cNvPr id="41" name="等腰三角形 40"/>
          <p:cNvSpPr/>
          <p:nvPr/>
        </p:nvSpPr>
        <p:spPr>
          <a:xfrm>
            <a:off x="6053307" y="4531697"/>
            <a:ext cx="498226" cy="105297"/>
          </a:xfrm>
          <a:prstGeom prst="triangle">
            <a:avLst/>
          </a:prstGeom>
          <a:solidFill>
            <a:srgbClr val="F1C51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  <a:latin typeface="华文细黑" panose="02010600040101010101" charset="-122"/>
              <a:ea typeface="华文细黑" panose="02010600040101010101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1749779" cy="387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65" y="2863684"/>
            <a:ext cx="11506807" cy="21281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393" y="621101"/>
            <a:ext cx="5719156" cy="11837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47" y="0"/>
            <a:ext cx="9339072" cy="6858000"/>
          </a:xfrm>
          <a:prstGeom prst="rect">
            <a:avLst/>
          </a:prstGeom>
        </p:spPr>
      </p:pic>
      <p:sp>
        <p:nvSpPr>
          <p:cNvPr id="25" name="任意多边形 24"/>
          <p:cNvSpPr/>
          <p:nvPr/>
        </p:nvSpPr>
        <p:spPr>
          <a:xfrm>
            <a:off x="49530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F1C51E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/>
        </p:nvSpPr>
        <p:spPr>
          <a:xfrm>
            <a:off x="2" y="0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484587 w 10745217"/>
              <a:gd name="connsiteY3" fmla="*/ 6913756 h 6913756"/>
              <a:gd name="connsiteX4" fmla="*/ 0 w 10745217"/>
              <a:gd name="connsiteY4" fmla="*/ 4447531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484587" y="6913756"/>
                </a:lnTo>
                <a:lnTo>
                  <a:pt x="0" y="4447531"/>
                </a:lnTo>
                <a:close/>
              </a:path>
            </a:pathLst>
          </a:custGeom>
          <a:solidFill>
            <a:srgbClr val="B92022"/>
          </a:solidFill>
          <a:ln>
            <a:noFill/>
          </a:ln>
          <a:effectLst>
            <a:outerShdw blurRad="1270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/>
        </p:nvSpPr>
        <p:spPr>
          <a:xfrm>
            <a:off x="2" y="0"/>
            <a:ext cx="10976713" cy="6913756"/>
          </a:xfrm>
          <a:custGeom>
            <a:avLst/>
            <a:gdLst>
              <a:gd name="connsiteX0" fmla="*/ 0 w 10976713"/>
              <a:gd name="connsiteY0" fmla="*/ 0 h 6913756"/>
              <a:gd name="connsiteX1" fmla="*/ 4011482 w 10976713"/>
              <a:gd name="connsiteY1" fmla="*/ 0 h 6913756"/>
              <a:gd name="connsiteX2" fmla="*/ 10976713 w 10976713"/>
              <a:gd name="connsiteY2" fmla="*/ 6913756 h 6913756"/>
              <a:gd name="connsiteX3" fmla="*/ 2912848 w 10976713"/>
              <a:gd name="connsiteY3" fmla="*/ 6913756 h 6913756"/>
              <a:gd name="connsiteX4" fmla="*/ 0 w 10976713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76713" h="6913756">
                <a:moveTo>
                  <a:pt x="0" y="0"/>
                </a:moveTo>
                <a:lnTo>
                  <a:pt x="4011482" y="0"/>
                </a:lnTo>
                <a:lnTo>
                  <a:pt x="10976713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rgbClr val="E86713"/>
          </a:solidFill>
          <a:ln>
            <a:noFill/>
          </a:ln>
          <a:effectLst>
            <a:outerShdw blurRad="1270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2" y="-16626"/>
            <a:ext cx="10745217" cy="6913756"/>
          </a:xfrm>
          <a:custGeom>
            <a:avLst/>
            <a:gdLst>
              <a:gd name="connsiteX0" fmla="*/ 0 w 10745217"/>
              <a:gd name="connsiteY0" fmla="*/ 0 h 6913756"/>
              <a:gd name="connsiteX1" fmla="*/ 3779986 w 10745217"/>
              <a:gd name="connsiteY1" fmla="*/ 0 h 6913756"/>
              <a:gd name="connsiteX2" fmla="*/ 10745217 w 10745217"/>
              <a:gd name="connsiteY2" fmla="*/ 6913756 h 6913756"/>
              <a:gd name="connsiteX3" fmla="*/ 2912848 w 10745217"/>
              <a:gd name="connsiteY3" fmla="*/ 6913756 h 6913756"/>
              <a:gd name="connsiteX4" fmla="*/ 0 w 10745217"/>
              <a:gd name="connsiteY4" fmla="*/ 4022434 h 691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45217" h="6913756">
                <a:moveTo>
                  <a:pt x="0" y="0"/>
                </a:moveTo>
                <a:lnTo>
                  <a:pt x="3779986" y="0"/>
                </a:lnTo>
                <a:lnTo>
                  <a:pt x="10745217" y="6913756"/>
                </a:lnTo>
                <a:lnTo>
                  <a:pt x="2912848" y="6913756"/>
                </a:lnTo>
                <a:lnTo>
                  <a:pt x="0" y="40224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836759" y="2361669"/>
            <a:ext cx="48958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  <a:cs typeface="+mn-ea"/>
                <a:sym typeface="+mn-lt"/>
              </a:rPr>
              <a:t>THANK </a:t>
            </a:r>
            <a:r>
              <a:rPr lang="en-US" altLang="zh-CN" sz="9600" b="1">
                <a:solidFill>
                  <a:srgbClr val="1163AF"/>
                </a:solidFill>
                <a:latin typeface="Agency FB" panose="020B0503020202020204" pitchFamily="34" charset="0"/>
                <a:cs typeface="+mn-ea"/>
                <a:sym typeface="+mn-lt"/>
              </a:rPr>
              <a:t>YOU</a:t>
            </a:r>
            <a:endParaRPr lang="zh-CN" altLang="en-US" sz="9600" b="1">
              <a:solidFill>
                <a:srgbClr val="1163AF"/>
              </a:solidFill>
              <a:latin typeface="Agency FB" panose="020B0503020202020204" pitchFamily="34" charset="0"/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78488" y="3936013"/>
            <a:ext cx="26219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课程：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C++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教师：程老师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318243"/>
            <a:ext cx="2393245" cy="5298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ags/tag1.xml><?xml version="1.0" encoding="utf-8"?>
<p:tagLst xmlns:p="http://schemas.openxmlformats.org/presentationml/2006/main">
  <p:tag name="KSO_WPP_MARK_KEY" val="21e91ba9-f2b3-4783-be8d-b49cccea8aa1"/>
  <p:tag name="COMMONDATA" val="eyJoZGlkIjoiZDEyNDEwMTY1OGFmODFiODdlZDM1NmY0MmZiN2E3NDAifQ=="/>
  <p:tag name="resource_record_key" val="{&quot;29&quot;:[50053368,50053044]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jklhbba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1702</Words>
  <Application>WPS 演示</Application>
  <PresentationFormat>宽屏</PresentationFormat>
  <Paragraphs>139</Paragraphs>
  <Slides>17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Century Gothic</vt:lpstr>
      <vt:lpstr>微软雅黑 Light</vt:lpstr>
      <vt:lpstr>Agency FB</vt:lpstr>
      <vt:lpstr>华文细黑</vt:lpstr>
      <vt:lpstr>Consolas</vt:lpstr>
      <vt:lpstr>Arial Unicode MS</vt:lpstr>
      <vt:lpstr>Calibri</vt:lpstr>
      <vt:lpstr>PingFang SC</vt:lpstr>
      <vt:lpstr>ZWSimpleStroke</vt:lpstr>
      <vt:lpstr>黑体</vt:lpstr>
      <vt:lpstr>ui-monospace</vt:lpstr>
      <vt:lpstr>LMRoman17-Regular-Identity-H</vt:lpstr>
      <vt:lpstr>LMRoman12-Regular-Identity-H</vt:lpstr>
      <vt:lpstr>CMMI12</vt:lpstr>
      <vt:lpstr>CMR12</vt:lpstr>
      <vt:lpstr>CMSY10</vt:lpstr>
      <vt:lpstr>LMRoman12-Bold-Identity-H</vt:lpstr>
      <vt:lpstr>LMRoman10-BoldItalic-Identity-H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 鹏君</dc:creator>
  <cp:lastModifiedBy>Ms蒗</cp:lastModifiedBy>
  <cp:revision>246</cp:revision>
  <dcterms:created xsi:type="dcterms:W3CDTF">2020-10-06T11:46:00Z</dcterms:created>
  <dcterms:modified xsi:type="dcterms:W3CDTF">2026-02-25T08:39:37Z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D862EBA602A246009BA12BD46D0BB4A6_12</vt:lpwstr>
  </property>
  <property fmtid="{D5CDD505-2E9C-101B-9397-08002B2CF9AE}" pid="3" name="KSOProductBuildVer">
    <vt:lpwstr>2052-12.1.0.24657</vt:lpwstr>
  </property>
</Properties>
</file>